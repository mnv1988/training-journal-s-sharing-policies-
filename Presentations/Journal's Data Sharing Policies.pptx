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42C0B3-E165-4354-8BB6-BB244FE21D00}" v="711" dt="2025-10-21T14:54:32.6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77" d="100"/>
          <a:sy n="77" d="100"/>
        </p:scale>
        <p:origin x="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6" Type="http://schemas.openxmlformats.org/officeDocument/2006/relationships/image" Target="../media/image16.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 Id="rId14" Type="http://schemas.openxmlformats.org/officeDocument/2006/relationships/image" Target="../media/image14.svg"/></Relationships>
</file>

<file path=ppt/diagrams/_rels/data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ata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6" Type="http://schemas.openxmlformats.org/officeDocument/2006/relationships/image" Target="../media/image16.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 Id="rId14" Type="http://schemas.openxmlformats.org/officeDocument/2006/relationships/image" Target="../media/image14.svg"/></Relationships>
</file>

<file path=ppt/diagrams/_rels/drawing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6DAC85E-7E0F-4136-90D8-497B41B39286}"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7850AF4-97B5-4ED6-B566-27E47202FF66}">
      <dgm:prSet/>
      <dgm:spPr/>
      <dgm:t>
        <a:bodyPr/>
        <a:lstStyle/>
        <a:p>
          <a:r>
            <a:rPr lang="en-GB" b="1"/>
            <a:t>Learning Outcomes: </a:t>
          </a:r>
          <a:endParaRPr lang="en-US"/>
        </a:p>
      </dgm:t>
    </dgm:pt>
    <dgm:pt modelId="{0D6807C2-CED0-46ED-9B96-ED1113AA3F15}" type="parTrans" cxnId="{8A68F754-D27A-421D-9663-06B62364BD4B}">
      <dgm:prSet/>
      <dgm:spPr/>
      <dgm:t>
        <a:bodyPr/>
        <a:lstStyle/>
        <a:p>
          <a:endParaRPr lang="en-US"/>
        </a:p>
      </dgm:t>
    </dgm:pt>
    <dgm:pt modelId="{59ACE201-9A6C-4749-80AF-EA58A23024F8}" type="sibTrans" cxnId="{8A68F754-D27A-421D-9663-06B62364BD4B}">
      <dgm:prSet/>
      <dgm:spPr/>
      <dgm:t>
        <a:bodyPr/>
        <a:lstStyle/>
        <a:p>
          <a:endParaRPr lang="en-US"/>
        </a:p>
      </dgm:t>
    </dgm:pt>
    <dgm:pt modelId="{401F6D4E-3DDF-479B-A0BB-98A63C1EB4D6}">
      <dgm:prSet/>
      <dgm:spPr/>
      <dgm:t>
        <a:bodyPr/>
        <a:lstStyle/>
        <a:p>
          <a:r>
            <a:rPr lang="en-GB"/>
            <a:t>Researchers would be able to recognize Journal’s Basic Policies of Data Sharing</a:t>
          </a:r>
          <a:endParaRPr lang="en-US"/>
        </a:p>
      </dgm:t>
    </dgm:pt>
    <dgm:pt modelId="{7F16BCED-1513-4759-B6DE-1AF78E022E24}" type="parTrans" cxnId="{285E1E6A-39BF-4D3D-888F-F46B77C6C548}">
      <dgm:prSet/>
      <dgm:spPr/>
      <dgm:t>
        <a:bodyPr/>
        <a:lstStyle/>
        <a:p>
          <a:endParaRPr lang="en-US"/>
        </a:p>
      </dgm:t>
    </dgm:pt>
    <dgm:pt modelId="{F7125180-A4DB-45CD-82B0-B378F0CE079F}" type="sibTrans" cxnId="{285E1E6A-39BF-4D3D-888F-F46B77C6C548}">
      <dgm:prSet/>
      <dgm:spPr/>
      <dgm:t>
        <a:bodyPr/>
        <a:lstStyle/>
        <a:p>
          <a:endParaRPr lang="en-US"/>
        </a:p>
      </dgm:t>
    </dgm:pt>
    <dgm:pt modelId="{CCD90E04-B68F-42E2-B93E-26F13B1047AE}">
      <dgm:prSet/>
      <dgm:spPr/>
      <dgm:t>
        <a:bodyPr/>
        <a:lstStyle/>
        <a:p>
          <a:r>
            <a:rPr lang="en-GB"/>
            <a:t>Researchers would be able to choose a repository/place to register their data or meta-data </a:t>
          </a:r>
          <a:endParaRPr lang="en-US"/>
        </a:p>
      </dgm:t>
    </dgm:pt>
    <dgm:pt modelId="{BD127655-AF37-4E60-9945-DA9CF64362FE}" type="parTrans" cxnId="{A7544A62-2D30-463D-9294-CB02FEB01A29}">
      <dgm:prSet/>
      <dgm:spPr/>
      <dgm:t>
        <a:bodyPr/>
        <a:lstStyle/>
        <a:p>
          <a:endParaRPr lang="en-US"/>
        </a:p>
      </dgm:t>
    </dgm:pt>
    <dgm:pt modelId="{FF0B3B7C-44F6-4475-87D1-9793B9BFF74F}" type="sibTrans" cxnId="{A7544A62-2D30-463D-9294-CB02FEB01A29}">
      <dgm:prSet/>
      <dgm:spPr/>
      <dgm:t>
        <a:bodyPr/>
        <a:lstStyle/>
        <a:p>
          <a:endParaRPr lang="en-US"/>
        </a:p>
      </dgm:t>
    </dgm:pt>
    <dgm:pt modelId="{307D5B2B-77D6-40AE-8F76-047A8DA7FDF6}">
      <dgm:prSet/>
      <dgm:spPr/>
      <dgm:t>
        <a:bodyPr/>
        <a:lstStyle/>
        <a:p>
          <a:r>
            <a:rPr lang="en-GB"/>
            <a:t>Researchers would be able to identify who to contact to begin the process of following Journal’s Data Sharing Policies </a:t>
          </a:r>
          <a:endParaRPr lang="en-US"/>
        </a:p>
      </dgm:t>
    </dgm:pt>
    <dgm:pt modelId="{E9CB1EA8-8537-4B55-AE6C-E3A845FF3087}" type="parTrans" cxnId="{A2BBDAE3-1F52-4EF3-8FC4-3D5B854495B3}">
      <dgm:prSet/>
      <dgm:spPr/>
      <dgm:t>
        <a:bodyPr/>
        <a:lstStyle/>
        <a:p>
          <a:endParaRPr lang="en-US"/>
        </a:p>
      </dgm:t>
    </dgm:pt>
    <dgm:pt modelId="{37C3DEE3-2B06-4CA4-B299-7C22DECDD943}" type="sibTrans" cxnId="{A2BBDAE3-1F52-4EF3-8FC4-3D5B854495B3}">
      <dgm:prSet/>
      <dgm:spPr/>
      <dgm:t>
        <a:bodyPr/>
        <a:lstStyle/>
        <a:p>
          <a:endParaRPr lang="en-US"/>
        </a:p>
      </dgm:t>
    </dgm:pt>
    <dgm:pt modelId="{D7B7455B-E99B-4FDA-BD52-2DA45343D7DD}">
      <dgm:prSet/>
      <dgm:spPr/>
      <dgm:t>
        <a:bodyPr/>
        <a:lstStyle/>
        <a:p>
          <a:r>
            <a:rPr lang="en-GB" b="1"/>
            <a:t>Audience: </a:t>
          </a:r>
          <a:endParaRPr lang="en-US"/>
        </a:p>
      </dgm:t>
    </dgm:pt>
    <dgm:pt modelId="{C86750C8-9645-4D65-ABD8-3B69DDB55AE4}" type="parTrans" cxnId="{1FC7C06A-C3BE-491E-92DD-DC7484C76AD6}">
      <dgm:prSet/>
      <dgm:spPr/>
      <dgm:t>
        <a:bodyPr/>
        <a:lstStyle/>
        <a:p>
          <a:endParaRPr lang="en-US"/>
        </a:p>
      </dgm:t>
    </dgm:pt>
    <dgm:pt modelId="{A72E3F99-4ADC-4364-BE40-668641EBF708}" type="sibTrans" cxnId="{1FC7C06A-C3BE-491E-92DD-DC7484C76AD6}">
      <dgm:prSet/>
      <dgm:spPr/>
      <dgm:t>
        <a:bodyPr/>
        <a:lstStyle/>
        <a:p>
          <a:endParaRPr lang="en-US"/>
        </a:p>
      </dgm:t>
    </dgm:pt>
    <dgm:pt modelId="{037C8E80-BD15-4BC9-BAD5-A44FA062EAA2}">
      <dgm:prSet/>
      <dgm:spPr/>
      <dgm:t>
        <a:bodyPr/>
        <a:lstStyle/>
        <a:p>
          <a:r>
            <a:rPr lang="en-GB"/>
            <a:t>Researchers</a:t>
          </a:r>
          <a:endParaRPr lang="en-US"/>
        </a:p>
      </dgm:t>
    </dgm:pt>
    <dgm:pt modelId="{7F04CA6C-1902-4BE0-8578-D3233991DE6F}" type="parTrans" cxnId="{D5537193-14D3-48D8-BC70-18B2E86DFAB3}">
      <dgm:prSet/>
      <dgm:spPr/>
      <dgm:t>
        <a:bodyPr/>
        <a:lstStyle/>
        <a:p>
          <a:endParaRPr lang="en-US"/>
        </a:p>
      </dgm:t>
    </dgm:pt>
    <dgm:pt modelId="{BB7974A9-EEF4-4AAE-A535-BCC250A512AF}" type="sibTrans" cxnId="{D5537193-14D3-48D8-BC70-18B2E86DFAB3}">
      <dgm:prSet/>
      <dgm:spPr/>
      <dgm:t>
        <a:bodyPr/>
        <a:lstStyle/>
        <a:p>
          <a:endParaRPr lang="en-US"/>
        </a:p>
      </dgm:t>
    </dgm:pt>
    <dgm:pt modelId="{02A572AB-908F-4821-8D9C-1E66A7817A57}">
      <dgm:prSet/>
      <dgm:spPr/>
      <dgm:t>
        <a:bodyPr/>
        <a:lstStyle/>
        <a:p>
          <a:r>
            <a:rPr lang="en-GB"/>
            <a:t>Data Stewards </a:t>
          </a:r>
          <a:endParaRPr lang="en-US"/>
        </a:p>
      </dgm:t>
    </dgm:pt>
    <dgm:pt modelId="{DB1321AC-191C-477E-BAF1-1ECD86F2CC0D}" type="parTrans" cxnId="{D62938E4-467C-44EC-8776-E4DEB63DF682}">
      <dgm:prSet/>
      <dgm:spPr/>
      <dgm:t>
        <a:bodyPr/>
        <a:lstStyle/>
        <a:p>
          <a:endParaRPr lang="en-US"/>
        </a:p>
      </dgm:t>
    </dgm:pt>
    <dgm:pt modelId="{BC329279-8B27-4A51-90BB-1BEBB36107A5}" type="sibTrans" cxnId="{D62938E4-467C-44EC-8776-E4DEB63DF682}">
      <dgm:prSet/>
      <dgm:spPr/>
      <dgm:t>
        <a:bodyPr/>
        <a:lstStyle/>
        <a:p>
          <a:endParaRPr lang="en-US"/>
        </a:p>
      </dgm:t>
    </dgm:pt>
    <dgm:pt modelId="{6D4B4515-857B-4932-9330-C5ECD0851ACE}">
      <dgm:prSet/>
      <dgm:spPr/>
      <dgm:t>
        <a:bodyPr/>
        <a:lstStyle/>
        <a:p>
          <a:r>
            <a:rPr lang="en-GB"/>
            <a:t>Data Professionals </a:t>
          </a:r>
          <a:endParaRPr lang="en-US"/>
        </a:p>
      </dgm:t>
    </dgm:pt>
    <dgm:pt modelId="{A4932BAB-41A9-4813-A1AA-7412DB4872E3}" type="parTrans" cxnId="{E0BD6D61-99FA-4E4F-A62A-EA816DB3A093}">
      <dgm:prSet/>
      <dgm:spPr/>
      <dgm:t>
        <a:bodyPr/>
        <a:lstStyle/>
        <a:p>
          <a:endParaRPr lang="en-US"/>
        </a:p>
      </dgm:t>
    </dgm:pt>
    <dgm:pt modelId="{F26E8233-0D4B-4D57-A4ED-C95816C04E99}" type="sibTrans" cxnId="{E0BD6D61-99FA-4E4F-A62A-EA816DB3A093}">
      <dgm:prSet/>
      <dgm:spPr/>
      <dgm:t>
        <a:bodyPr/>
        <a:lstStyle/>
        <a:p>
          <a:endParaRPr lang="en-US"/>
        </a:p>
      </dgm:t>
    </dgm:pt>
    <dgm:pt modelId="{7BF3288A-7D0C-4E21-A61E-A24F9D283190}" type="pres">
      <dgm:prSet presAssocID="{46DAC85E-7E0F-4136-90D8-497B41B39286}" presName="root" presStyleCnt="0">
        <dgm:presLayoutVars>
          <dgm:dir/>
          <dgm:resizeHandles val="exact"/>
        </dgm:presLayoutVars>
      </dgm:prSet>
      <dgm:spPr/>
    </dgm:pt>
    <dgm:pt modelId="{70A82CD9-8911-4EFA-A7E5-5DAE05B99725}" type="pres">
      <dgm:prSet presAssocID="{17850AF4-97B5-4ED6-B566-27E47202FF66}" presName="compNode" presStyleCnt="0"/>
      <dgm:spPr/>
    </dgm:pt>
    <dgm:pt modelId="{D21C7DA6-2433-4D62-A59E-8A012E98EF56}" type="pres">
      <dgm:prSet presAssocID="{17850AF4-97B5-4ED6-B566-27E47202FF66}" presName="bgRect" presStyleLbl="bgShp" presStyleIdx="0" presStyleCnt="8"/>
      <dgm:spPr/>
    </dgm:pt>
    <dgm:pt modelId="{D6C412D2-24E5-4363-A430-9568DCE68B6D}" type="pres">
      <dgm:prSet presAssocID="{17850AF4-97B5-4ED6-B566-27E47202FF66}" presName="iconRect" presStyleLbl="node1" presStyleIdx="0" presStyleCnt="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assroom"/>
        </a:ext>
      </dgm:extLst>
    </dgm:pt>
    <dgm:pt modelId="{9E78E952-930A-40BC-9219-DE87A33ED048}" type="pres">
      <dgm:prSet presAssocID="{17850AF4-97B5-4ED6-B566-27E47202FF66}" presName="spaceRect" presStyleCnt="0"/>
      <dgm:spPr/>
    </dgm:pt>
    <dgm:pt modelId="{99E7A150-E1EE-428E-BD55-ADE8C69441B6}" type="pres">
      <dgm:prSet presAssocID="{17850AF4-97B5-4ED6-B566-27E47202FF66}" presName="parTx" presStyleLbl="revTx" presStyleIdx="0" presStyleCnt="8">
        <dgm:presLayoutVars>
          <dgm:chMax val="0"/>
          <dgm:chPref val="0"/>
        </dgm:presLayoutVars>
      </dgm:prSet>
      <dgm:spPr/>
    </dgm:pt>
    <dgm:pt modelId="{E11872BF-3235-4EC0-8D29-67F35FCB97C0}" type="pres">
      <dgm:prSet presAssocID="{59ACE201-9A6C-4749-80AF-EA58A23024F8}" presName="sibTrans" presStyleCnt="0"/>
      <dgm:spPr/>
    </dgm:pt>
    <dgm:pt modelId="{D887C422-EAA7-4D93-A571-BC7166769EC7}" type="pres">
      <dgm:prSet presAssocID="{401F6D4E-3DDF-479B-A0BB-98A63C1EB4D6}" presName="compNode" presStyleCnt="0"/>
      <dgm:spPr/>
    </dgm:pt>
    <dgm:pt modelId="{DBF56DB8-CC1D-44A6-9307-FFD389315EA2}" type="pres">
      <dgm:prSet presAssocID="{401F6D4E-3DDF-479B-A0BB-98A63C1EB4D6}" presName="bgRect" presStyleLbl="bgShp" presStyleIdx="1" presStyleCnt="8"/>
      <dgm:spPr/>
    </dgm:pt>
    <dgm:pt modelId="{CE6F9D9F-FCAF-40B5-A970-A0F9326CE90A}" type="pres">
      <dgm:prSet presAssocID="{401F6D4E-3DDF-479B-A0BB-98A63C1EB4D6}" presName="iconRect" presStyleLbl="node1" presStyleIdx="1" presStyleCnt="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ooks"/>
        </a:ext>
      </dgm:extLst>
    </dgm:pt>
    <dgm:pt modelId="{4FE5E868-02C3-41EF-B127-0627051C2942}" type="pres">
      <dgm:prSet presAssocID="{401F6D4E-3DDF-479B-A0BB-98A63C1EB4D6}" presName="spaceRect" presStyleCnt="0"/>
      <dgm:spPr/>
    </dgm:pt>
    <dgm:pt modelId="{8D775365-44B0-4881-A3B3-FEB745D2A4EA}" type="pres">
      <dgm:prSet presAssocID="{401F6D4E-3DDF-479B-A0BB-98A63C1EB4D6}" presName="parTx" presStyleLbl="revTx" presStyleIdx="1" presStyleCnt="8">
        <dgm:presLayoutVars>
          <dgm:chMax val="0"/>
          <dgm:chPref val="0"/>
        </dgm:presLayoutVars>
      </dgm:prSet>
      <dgm:spPr/>
    </dgm:pt>
    <dgm:pt modelId="{2AEFFDA2-8EAA-4657-9892-1AD06ABFC7C2}" type="pres">
      <dgm:prSet presAssocID="{F7125180-A4DB-45CD-82B0-B378F0CE079F}" presName="sibTrans" presStyleCnt="0"/>
      <dgm:spPr/>
    </dgm:pt>
    <dgm:pt modelId="{B13B54A0-31FC-436E-B748-293FA03CD4AE}" type="pres">
      <dgm:prSet presAssocID="{CCD90E04-B68F-42E2-B93E-26F13B1047AE}" presName="compNode" presStyleCnt="0"/>
      <dgm:spPr/>
    </dgm:pt>
    <dgm:pt modelId="{57E4DE79-CB58-408D-BD72-63754E0054E3}" type="pres">
      <dgm:prSet presAssocID="{CCD90E04-B68F-42E2-B93E-26F13B1047AE}" presName="bgRect" presStyleLbl="bgShp" presStyleIdx="2" presStyleCnt="8"/>
      <dgm:spPr/>
    </dgm:pt>
    <dgm:pt modelId="{85A79E85-CBE4-4520-81B2-CADFF22608A0}" type="pres">
      <dgm:prSet presAssocID="{CCD90E04-B68F-42E2-B93E-26F13B1047AE}" presName="iconRect" presStyleLbl="node1" presStyleIdx="2" presStyleCnt="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atistics"/>
        </a:ext>
      </dgm:extLst>
    </dgm:pt>
    <dgm:pt modelId="{5D889D65-49A1-4286-8C82-630076B1C44E}" type="pres">
      <dgm:prSet presAssocID="{CCD90E04-B68F-42E2-B93E-26F13B1047AE}" presName="spaceRect" presStyleCnt="0"/>
      <dgm:spPr/>
    </dgm:pt>
    <dgm:pt modelId="{0BC91EC7-E768-40DE-9E29-05E13399D0CE}" type="pres">
      <dgm:prSet presAssocID="{CCD90E04-B68F-42E2-B93E-26F13B1047AE}" presName="parTx" presStyleLbl="revTx" presStyleIdx="2" presStyleCnt="8">
        <dgm:presLayoutVars>
          <dgm:chMax val="0"/>
          <dgm:chPref val="0"/>
        </dgm:presLayoutVars>
      </dgm:prSet>
      <dgm:spPr/>
    </dgm:pt>
    <dgm:pt modelId="{D7AE1EA6-4F99-4B06-909D-F7BE4695DEFE}" type="pres">
      <dgm:prSet presAssocID="{FF0B3B7C-44F6-4475-87D1-9793B9BFF74F}" presName="sibTrans" presStyleCnt="0"/>
      <dgm:spPr/>
    </dgm:pt>
    <dgm:pt modelId="{C061BFAA-E041-4B8C-94EE-B58A9FF97BCC}" type="pres">
      <dgm:prSet presAssocID="{307D5B2B-77D6-40AE-8F76-047A8DA7FDF6}" presName="compNode" presStyleCnt="0"/>
      <dgm:spPr/>
    </dgm:pt>
    <dgm:pt modelId="{487006CC-118E-4402-A193-6E83037CA22F}" type="pres">
      <dgm:prSet presAssocID="{307D5B2B-77D6-40AE-8F76-047A8DA7FDF6}" presName="bgRect" presStyleLbl="bgShp" presStyleIdx="3" presStyleCnt="8"/>
      <dgm:spPr/>
    </dgm:pt>
    <dgm:pt modelId="{C571C360-09F1-4998-B5D7-8628EA530BC9}" type="pres">
      <dgm:prSet presAssocID="{307D5B2B-77D6-40AE-8F76-047A8DA7FDF6}" presName="iconRect" presStyleLbl="node1" presStyleIdx="3" presStyleCnt="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ocument"/>
        </a:ext>
      </dgm:extLst>
    </dgm:pt>
    <dgm:pt modelId="{7EA836EF-B334-4494-AEC9-6D6B050032CC}" type="pres">
      <dgm:prSet presAssocID="{307D5B2B-77D6-40AE-8F76-047A8DA7FDF6}" presName="spaceRect" presStyleCnt="0"/>
      <dgm:spPr/>
    </dgm:pt>
    <dgm:pt modelId="{A136DAE3-C4F4-491E-BB52-625A8CCD3180}" type="pres">
      <dgm:prSet presAssocID="{307D5B2B-77D6-40AE-8F76-047A8DA7FDF6}" presName="parTx" presStyleLbl="revTx" presStyleIdx="3" presStyleCnt="8">
        <dgm:presLayoutVars>
          <dgm:chMax val="0"/>
          <dgm:chPref val="0"/>
        </dgm:presLayoutVars>
      </dgm:prSet>
      <dgm:spPr/>
    </dgm:pt>
    <dgm:pt modelId="{E9F1172D-77D4-4FEB-BA6D-48DD53B1A535}" type="pres">
      <dgm:prSet presAssocID="{37C3DEE3-2B06-4CA4-B299-7C22DECDD943}" presName="sibTrans" presStyleCnt="0"/>
      <dgm:spPr/>
    </dgm:pt>
    <dgm:pt modelId="{2B2A1385-6E79-465D-85D8-C21A0851665E}" type="pres">
      <dgm:prSet presAssocID="{D7B7455B-E99B-4FDA-BD52-2DA45343D7DD}" presName="compNode" presStyleCnt="0"/>
      <dgm:spPr/>
    </dgm:pt>
    <dgm:pt modelId="{76441FA6-4387-44E8-B090-B6B1E893EAFF}" type="pres">
      <dgm:prSet presAssocID="{D7B7455B-E99B-4FDA-BD52-2DA45343D7DD}" presName="bgRect" presStyleLbl="bgShp" presStyleIdx="4" presStyleCnt="8"/>
      <dgm:spPr/>
    </dgm:pt>
    <dgm:pt modelId="{8E3B2ED1-56D3-4F91-BE63-CF1D607CD80E}" type="pres">
      <dgm:prSet presAssocID="{D7B7455B-E99B-4FDA-BD52-2DA45343D7DD}" presName="iconRect" presStyleLbl="node1" presStyleIdx="4" presStyleCnt="8"/>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Theatre"/>
        </a:ext>
      </dgm:extLst>
    </dgm:pt>
    <dgm:pt modelId="{4A787DB5-0E41-4D30-83C3-69EF1DA597C2}" type="pres">
      <dgm:prSet presAssocID="{D7B7455B-E99B-4FDA-BD52-2DA45343D7DD}" presName="spaceRect" presStyleCnt="0"/>
      <dgm:spPr/>
    </dgm:pt>
    <dgm:pt modelId="{6A351DD1-E8B1-44D7-A6C3-836C60DF589D}" type="pres">
      <dgm:prSet presAssocID="{D7B7455B-E99B-4FDA-BD52-2DA45343D7DD}" presName="parTx" presStyleLbl="revTx" presStyleIdx="4" presStyleCnt="8">
        <dgm:presLayoutVars>
          <dgm:chMax val="0"/>
          <dgm:chPref val="0"/>
        </dgm:presLayoutVars>
      </dgm:prSet>
      <dgm:spPr/>
    </dgm:pt>
    <dgm:pt modelId="{D71992A3-9CC6-4325-9B6F-B00061488793}" type="pres">
      <dgm:prSet presAssocID="{A72E3F99-4ADC-4364-BE40-668641EBF708}" presName="sibTrans" presStyleCnt="0"/>
      <dgm:spPr/>
    </dgm:pt>
    <dgm:pt modelId="{FADB4322-288C-42ED-8BCB-5D35FBB7178E}" type="pres">
      <dgm:prSet presAssocID="{037C8E80-BD15-4BC9-BAD5-A44FA062EAA2}" presName="compNode" presStyleCnt="0"/>
      <dgm:spPr/>
    </dgm:pt>
    <dgm:pt modelId="{47E5C6A5-6F51-4FF2-9C31-9D9C4FD16611}" type="pres">
      <dgm:prSet presAssocID="{037C8E80-BD15-4BC9-BAD5-A44FA062EAA2}" presName="bgRect" presStyleLbl="bgShp" presStyleIdx="5" presStyleCnt="8"/>
      <dgm:spPr/>
    </dgm:pt>
    <dgm:pt modelId="{8C12F217-07D0-4270-92CF-58D6A7E48B69}" type="pres">
      <dgm:prSet presAssocID="{037C8E80-BD15-4BC9-BAD5-A44FA062EAA2}" presName="iconRect" presStyleLbl="node1" presStyleIdx="5" presStyleCnt="8"/>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Microscope"/>
        </a:ext>
      </dgm:extLst>
    </dgm:pt>
    <dgm:pt modelId="{5AB987CB-48E3-4251-8588-DCE7EECAE7C3}" type="pres">
      <dgm:prSet presAssocID="{037C8E80-BD15-4BC9-BAD5-A44FA062EAA2}" presName="spaceRect" presStyleCnt="0"/>
      <dgm:spPr/>
    </dgm:pt>
    <dgm:pt modelId="{C18D17B9-CCF9-4DAF-A84B-2DEF9DE4725A}" type="pres">
      <dgm:prSet presAssocID="{037C8E80-BD15-4BC9-BAD5-A44FA062EAA2}" presName="parTx" presStyleLbl="revTx" presStyleIdx="5" presStyleCnt="8">
        <dgm:presLayoutVars>
          <dgm:chMax val="0"/>
          <dgm:chPref val="0"/>
        </dgm:presLayoutVars>
      </dgm:prSet>
      <dgm:spPr/>
    </dgm:pt>
    <dgm:pt modelId="{5C22C243-B66E-423A-B0DA-6C42F025F80D}" type="pres">
      <dgm:prSet presAssocID="{BB7974A9-EEF4-4AAE-A535-BCC250A512AF}" presName="sibTrans" presStyleCnt="0"/>
      <dgm:spPr/>
    </dgm:pt>
    <dgm:pt modelId="{F7032888-D151-4396-8D7F-D91C19187755}" type="pres">
      <dgm:prSet presAssocID="{02A572AB-908F-4821-8D9C-1E66A7817A57}" presName="compNode" presStyleCnt="0"/>
      <dgm:spPr/>
    </dgm:pt>
    <dgm:pt modelId="{C17ECEC9-9116-4EC1-87AB-116CE125838E}" type="pres">
      <dgm:prSet presAssocID="{02A572AB-908F-4821-8D9C-1E66A7817A57}" presName="bgRect" presStyleLbl="bgShp" presStyleIdx="6" presStyleCnt="8"/>
      <dgm:spPr/>
    </dgm:pt>
    <dgm:pt modelId="{E63187B7-E194-43EA-BC06-1A2F2098869E}" type="pres">
      <dgm:prSet presAssocID="{02A572AB-908F-4821-8D9C-1E66A7817A57}" presName="iconRect" presStyleLbl="node1" presStyleIdx="6" presStyleCnt="8"/>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Database"/>
        </a:ext>
      </dgm:extLst>
    </dgm:pt>
    <dgm:pt modelId="{1BF9B615-7B30-4866-AFA3-DEC36752881C}" type="pres">
      <dgm:prSet presAssocID="{02A572AB-908F-4821-8D9C-1E66A7817A57}" presName="spaceRect" presStyleCnt="0"/>
      <dgm:spPr/>
    </dgm:pt>
    <dgm:pt modelId="{A9E94023-2CBE-4148-88FB-663B5FBDB56C}" type="pres">
      <dgm:prSet presAssocID="{02A572AB-908F-4821-8D9C-1E66A7817A57}" presName="parTx" presStyleLbl="revTx" presStyleIdx="6" presStyleCnt="8">
        <dgm:presLayoutVars>
          <dgm:chMax val="0"/>
          <dgm:chPref val="0"/>
        </dgm:presLayoutVars>
      </dgm:prSet>
      <dgm:spPr/>
    </dgm:pt>
    <dgm:pt modelId="{B506FAFC-D241-42E6-9160-53A5CFEE2AE6}" type="pres">
      <dgm:prSet presAssocID="{BC329279-8B27-4A51-90BB-1BEBB36107A5}" presName="sibTrans" presStyleCnt="0"/>
      <dgm:spPr/>
    </dgm:pt>
    <dgm:pt modelId="{AD0C4359-2A38-49D7-A9D2-2036B0CD714D}" type="pres">
      <dgm:prSet presAssocID="{6D4B4515-857B-4932-9330-C5ECD0851ACE}" presName="compNode" presStyleCnt="0"/>
      <dgm:spPr/>
    </dgm:pt>
    <dgm:pt modelId="{D08A8D03-1558-41FB-AEAE-943D03BC1CB9}" type="pres">
      <dgm:prSet presAssocID="{6D4B4515-857B-4932-9330-C5ECD0851ACE}" presName="bgRect" presStyleLbl="bgShp" presStyleIdx="7" presStyleCnt="8"/>
      <dgm:spPr/>
    </dgm:pt>
    <dgm:pt modelId="{A6556E70-7823-4BE4-A153-E7E95B058C62}" type="pres">
      <dgm:prSet presAssocID="{6D4B4515-857B-4932-9330-C5ECD0851ACE}" presName="iconRect" presStyleLbl="node1" presStyleIdx="7" presStyleCnt="8"/>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dgm:spPr>
      <dgm:extLst>
        <a:ext uri="{E40237B7-FDA0-4F09-8148-C483321AD2D9}">
          <dgm14:cNvPr xmlns:dgm14="http://schemas.microsoft.com/office/drawing/2010/diagram" id="0" name="" descr="Users"/>
        </a:ext>
      </dgm:extLst>
    </dgm:pt>
    <dgm:pt modelId="{165BB326-C432-44DE-991C-7E9920328EB5}" type="pres">
      <dgm:prSet presAssocID="{6D4B4515-857B-4932-9330-C5ECD0851ACE}" presName="spaceRect" presStyleCnt="0"/>
      <dgm:spPr/>
    </dgm:pt>
    <dgm:pt modelId="{BE27E6A5-F04F-4FEF-B872-1D9502F412E1}" type="pres">
      <dgm:prSet presAssocID="{6D4B4515-857B-4932-9330-C5ECD0851ACE}" presName="parTx" presStyleLbl="revTx" presStyleIdx="7" presStyleCnt="8">
        <dgm:presLayoutVars>
          <dgm:chMax val="0"/>
          <dgm:chPref val="0"/>
        </dgm:presLayoutVars>
      </dgm:prSet>
      <dgm:spPr/>
    </dgm:pt>
  </dgm:ptLst>
  <dgm:cxnLst>
    <dgm:cxn modelId="{095DFD18-E1FE-4675-A14E-CB0510CC8BF3}" type="presOf" srcId="{D7B7455B-E99B-4FDA-BD52-2DA45343D7DD}" destId="{6A351DD1-E8B1-44D7-A6C3-836C60DF589D}" srcOrd="0" destOrd="0" presId="urn:microsoft.com/office/officeart/2018/2/layout/IconVerticalSolidList"/>
    <dgm:cxn modelId="{9B4B2438-9076-4E05-9666-4B72A2FD2D6E}" type="presOf" srcId="{307D5B2B-77D6-40AE-8F76-047A8DA7FDF6}" destId="{A136DAE3-C4F4-491E-BB52-625A8CCD3180}" srcOrd="0" destOrd="0" presId="urn:microsoft.com/office/officeart/2018/2/layout/IconVerticalSolidList"/>
    <dgm:cxn modelId="{E0BD6D61-99FA-4E4F-A62A-EA816DB3A093}" srcId="{46DAC85E-7E0F-4136-90D8-497B41B39286}" destId="{6D4B4515-857B-4932-9330-C5ECD0851ACE}" srcOrd="7" destOrd="0" parTransId="{A4932BAB-41A9-4813-A1AA-7412DB4872E3}" sibTransId="{F26E8233-0D4B-4D57-A4ED-C95816C04E99}"/>
    <dgm:cxn modelId="{FF357441-F911-48CE-98C5-39FEE891B779}" type="presOf" srcId="{401F6D4E-3DDF-479B-A0BB-98A63C1EB4D6}" destId="{8D775365-44B0-4881-A3B3-FEB745D2A4EA}" srcOrd="0" destOrd="0" presId="urn:microsoft.com/office/officeart/2018/2/layout/IconVerticalSolidList"/>
    <dgm:cxn modelId="{A7544A62-2D30-463D-9294-CB02FEB01A29}" srcId="{46DAC85E-7E0F-4136-90D8-497B41B39286}" destId="{CCD90E04-B68F-42E2-B93E-26F13B1047AE}" srcOrd="2" destOrd="0" parTransId="{BD127655-AF37-4E60-9945-DA9CF64362FE}" sibTransId="{FF0B3B7C-44F6-4475-87D1-9793B9BFF74F}"/>
    <dgm:cxn modelId="{285E1E6A-39BF-4D3D-888F-F46B77C6C548}" srcId="{46DAC85E-7E0F-4136-90D8-497B41B39286}" destId="{401F6D4E-3DDF-479B-A0BB-98A63C1EB4D6}" srcOrd="1" destOrd="0" parTransId="{7F16BCED-1513-4759-B6DE-1AF78E022E24}" sibTransId="{F7125180-A4DB-45CD-82B0-B378F0CE079F}"/>
    <dgm:cxn modelId="{1FC7C06A-C3BE-491E-92DD-DC7484C76AD6}" srcId="{46DAC85E-7E0F-4136-90D8-497B41B39286}" destId="{D7B7455B-E99B-4FDA-BD52-2DA45343D7DD}" srcOrd="4" destOrd="0" parTransId="{C86750C8-9645-4D65-ABD8-3B69DDB55AE4}" sibTransId="{A72E3F99-4ADC-4364-BE40-668641EBF708}"/>
    <dgm:cxn modelId="{8A68F754-D27A-421D-9663-06B62364BD4B}" srcId="{46DAC85E-7E0F-4136-90D8-497B41B39286}" destId="{17850AF4-97B5-4ED6-B566-27E47202FF66}" srcOrd="0" destOrd="0" parTransId="{0D6807C2-CED0-46ED-9B96-ED1113AA3F15}" sibTransId="{59ACE201-9A6C-4749-80AF-EA58A23024F8}"/>
    <dgm:cxn modelId="{3F8E087D-131C-4374-9FAF-8BEBC826F601}" type="presOf" srcId="{02A572AB-908F-4821-8D9C-1E66A7817A57}" destId="{A9E94023-2CBE-4148-88FB-663B5FBDB56C}" srcOrd="0" destOrd="0" presId="urn:microsoft.com/office/officeart/2018/2/layout/IconVerticalSolidList"/>
    <dgm:cxn modelId="{D5537193-14D3-48D8-BC70-18B2E86DFAB3}" srcId="{46DAC85E-7E0F-4136-90D8-497B41B39286}" destId="{037C8E80-BD15-4BC9-BAD5-A44FA062EAA2}" srcOrd="5" destOrd="0" parTransId="{7F04CA6C-1902-4BE0-8578-D3233991DE6F}" sibTransId="{BB7974A9-EEF4-4AAE-A535-BCC250A512AF}"/>
    <dgm:cxn modelId="{3D3732B2-DAD0-46CD-8734-65DAB67EBFC1}" type="presOf" srcId="{17850AF4-97B5-4ED6-B566-27E47202FF66}" destId="{99E7A150-E1EE-428E-BD55-ADE8C69441B6}" srcOrd="0" destOrd="0" presId="urn:microsoft.com/office/officeart/2018/2/layout/IconVerticalSolidList"/>
    <dgm:cxn modelId="{4ECB16C9-F9E3-49FA-A051-28E3AAA83F2A}" type="presOf" srcId="{CCD90E04-B68F-42E2-B93E-26F13B1047AE}" destId="{0BC91EC7-E768-40DE-9E29-05E13399D0CE}" srcOrd="0" destOrd="0" presId="urn:microsoft.com/office/officeart/2018/2/layout/IconVerticalSolidList"/>
    <dgm:cxn modelId="{6F297DD0-D143-4FA0-98DD-713A5070C2A9}" type="presOf" srcId="{46DAC85E-7E0F-4136-90D8-497B41B39286}" destId="{7BF3288A-7D0C-4E21-A61E-A24F9D283190}" srcOrd="0" destOrd="0" presId="urn:microsoft.com/office/officeart/2018/2/layout/IconVerticalSolidList"/>
    <dgm:cxn modelId="{A2BBDAE3-1F52-4EF3-8FC4-3D5B854495B3}" srcId="{46DAC85E-7E0F-4136-90D8-497B41B39286}" destId="{307D5B2B-77D6-40AE-8F76-047A8DA7FDF6}" srcOrd="3" destOrd="0" parTransId="{E9CB1EA8-8537-4B55-AE6C-E3A845FF3087}" sibTransId="{37C3DEE3-2B06-4CA4-B299-7C22DECDD943}"/>
    <dgm:cxn modelId="{D62938E4-467C-44EC-8776-E4DEB63DF682}" srcId="{46DAC85E-7E0F-4136-90D8-497B41B39286}" destId="{02A572AB-908F-4821-8D9C-1E66A7817A57}" srcOrd="6" destOrd="0" parTransId="{DB1321AC-191C-477E-BAF1-1ECD86F2CC0D}" sibTransId="{BC329279-8B27-4A51-90BB-1BEBB36107A5}"/>
    <dgm:cxn modelId="{136756F3-9184-431E-9C13-8331C5B4C929}" type="presOf" srcId="{6D4B4515-857B-4932-9330-C5ECD0851ACE}" destId="{BE27E6A5-F04F-4FEF-B872-1D9502F412E1}" srcOrd="0" destOrd="0" presId="urn:microsoft.com/office/officeart/2018/2/layout/IconVerticalSolidList"/>
    <dgm:cxn modelId="{5393FFF5-7927-4FE8-9626-98BD06EEF0AA}" type="presOf" srcId="{037C8E80-BD15-4BC9-BAD5-A44FA062EAA2}" destId="{C18D17B9-CCF9-4DAF-A84B-2DEF9DE4725A}" srcOrd="0" destOrd="0" presId="urn:microsoft.com/office/officeart/2018/2/layout/IconVerticalSolidList"/>
    <dgm:cxn modelId="{3CAF44C0-637A-4ABB-B54F-985FED65D8BB}" type="presParOf" srcId="{7BF3288A-7D0C-4E21-A61E-A24F9D283190}" destId="{70A82CD9-8911-4EFA-A7E5-5DAE05B99725}" srcOrd="0" destOrd="0" presId="urn:microsoft.com/office/officeart/2018/2/layout/IconVerticalSolidList"/>
    <dgm:cxn modelId="{171A89D2-F5A3-48E4-89BF-5A4C43DFAACA}" type="presParOf" srcId="{70A82CD9-8911-4EFA-A7E5-5DAE05B99725}" destId="{D21C7DA6-2433-4D62-A59E-8A012E98EF56}" srcOrd="0" destOrd="0" presId="urn:microsoft.com/office/officeart/2018/2/layout/IconVerticalSolidList"/>
    <dgm:cxn modelId="{ADCBE0C6-5EF0-4E09-819D-E0AB92D085CF}" type="presParOf" srcId="{70A82CD9-8911-4EFA-A7E5-5DAE05B99725}" destId="{D6C412D2-24E5-4363-A430-9568DCE68B6D}" srcOrd="1" destOrd="0" presId="urn:microsoft.com/office/officeart/2018/2/layout/IconVerticalSolidList"/>
    <dgm:cxn modelId="{F39B7311-CB2A-4000-A3DF-1448EEA40A7D}" type="presParOf" srcId="{70A82CD9-8911-4EFA-A7E5-5DAE05B99725}" destId="{9E78E952-930A-40BC-9219-DE87A33ED048}" srcOrd="2" destOrd="0" presId="urn:microsoft.com/office/officeart/2018/2/layout/IconVerticalSolidList"/>
    <dgm:cxn modelId="{B3581EFB-9537-40E8-A1D1-C92F8F40F83D}" type="presParOf" srcId="{70A82CD9-8911-4EFA-A7E5-5DAE05B99725}" destId="{99E7A150-E1EE-428E-BD55-ADE8C69441B6}" srcOrd="3" destOrd="0" presId="urn:microsoft.com/office/officeart/2018/2/layout/IconVerticalSolidList"/>
    <dgm:cxn modelId="{86655BBC-89C2-46A3-B9D3-15244665497F}" type="presParOf" srcId="{7BF3288A-7D0C-4E21-A61E-A24F9D283190}" destId="{E11872BF-3235-4EC0-8D29-67F35FCB97C0}" srcOrd="1" destOrd="0" presId="urn:microsoft.com/office/officeart/2018/2/layout/IconVerticalSolidList"/>
    <dgm:cxn modelId="{0039D551-C60B-4DBE-9A0F-06054D3E5246}" type="presParOf" srcId="{7BF3288A-7D0C-4E21-A61E-A24F9D283190}" destId="{D887C422-EAA7-4D93-A571-BC7166769EC7}" srcOrd="2" destOrd="0" presId="urn:microsoft.com/office/officeart/2018/2/layout/IconVerticalSolidList"/>
    <dgm:cxn modelId="{70888108-E7F7-4EC5-937C-AAE4D1756EFA}" type="presParOf" srcId="{D887C422-EAA7-4D93-A571-BC7166769EC7}" destId="{DBF56DB8-CC1D-44A6-9307-FFD389315EA2}" srcOrd="0" destOrd="0" presId="urn:microsoft.com/office/officeart/2018/2/layout/IconVerticalSolidList"/>
    <dgm:cxn modelId="{3BB723E0-9187-4770-A204-E82D59FF0C6D}" type="presParOf" srcId="{D887C422-EAA7-4D93-A571-BC7166769EC7}" destId="{CE6F9D9F-FCAF-40B5-A970-A0F9326CE90A}" srcOrd="1" destOrd="0" presId="urn:microsoft.com/office/officeart/2018/2/layout/IconVerticalSolidList"/>
    <dgm:cxn modelId="{0413A8D2-4B0F-410D-A958-79966AFBF14F}" type="presParOf" srcId="{D887C422-EAA7-4D93-A571-BC7166769EC7}" destId="{4FE5E868-02C3-41EF-B127-0627051C2942}" srcOrd="2" destOrd="0" presId="urn:microsoft.com/office/officeart/2018/2/layout/IconVerticalSolidList"/>
    <dgm:cxn modelId="{F3CD5FC8-BD34-442E-805A-300F728A6B00}" type="presParOf" srcId="{D887C422-EAA7-4D93-A571-BC7166769EC7}" destId="{8D775365-44B0-4881-A3B3-FEB745D2A4EA}" srcOrd="3" destOrd="0" presId="urn:microsoft.com/office/officeart/2018/2/layout/IconVerticalSolidList"/>
    <dgm:cxn modelId="{56E43D9B-C39B-455F-B94C-F91A7775A83A}" type="presParOf" srcId="{7BF3288A-7D0C-4E21-A61E-A24F9D283190}" destId="{2AEFFDA2-8EAA-4657-9892-1AD06ABFC7C2}" srcOrd="3" destOrd="0" presId="urn:microsoft.com/office/officeart/2018/2/layout/IconVerticalSolidList"/>
    <dgm:cxn modelId="{9B629277-C1C7-473D-A283-529DECB66FEE}" type="presParOf" srcId="{7BF3288A-7D0C-4E21-A61E-A24F9D283190}" destId="{B13B54A0-31FC-436E-B748-293FA03CD4AE}" srcOrd="4" destOrd="0" presId="urn:microsoft.com/office/officeart/2018/2/layout/IconVerticalSolidList"/>
    <dgm:cxn modelId="{81C5DD84-4023-4C48-9688-630863A3D4CF}" type="presParOf" srcId="{B13B54A0-31FC-436E-B748-293FA03CD4AE}" destId="{57E4DE79-CB58-408D-BD72-63754E0054E3}" srcOrd="0" destOrd="0" presId="urn:microsoft.com/office/officeart/2018/2/layout/IconVerticalSolidList"/>
    <dgm:cxn modelId="{40B5193B-5916-4E17-A30F-C1950CE45E88}" type="presParOf" srcId="{B13B54A0-31FC-436E-B748-293FA03CD4AE}" destId="{85A79E85-CBE4-4520-81B2-CADFF22608A0}" srcOrd="1" destOrd="0" presId="urn:microsoft.com/office/officeart/2018/2/layout/IconVerticalSolidList"/>
    <dgm:cxn modelId="{0B4A5742-CE8C-4A14-AC4F-AD4FB162B0DA}" type="presParOf" srcId="{B13B54A0-31FC-436E-B748-293FA03CD4AE}" destId="{5D889D65-49A1-4286-8C82-630076B1C44E}" srcOrd="2" destOrd="0" presId="urn:microsoft.com/office/officeart/2018/2/layout/IconVerticalSolidList"/>
    <dgm:cxn modelId="{8CE4294C-56F4-433B-90C0-1F9AF6A34935}" type="presParOf" srcId="{B13B54A0-31FC-436E-B748-293FA03CD4AE}" destId="{0BC91EC7-E768-40DE-9E29-05E13399D0CE}" srcOrd="3" destOrd="0" presId="urn:microsoft.com/office/officeart/2018/2/layout/IconVerticalSolidList"/>
    <dgm:cxn modelId="{2BA807D2-1132-46D9-878A-7FE0E35F12B6}" type="presParOf" srcId="{7BF3288A-7D0C-4E21-A61E-A24F9D283190}" destId="{D7AE1EA6-4F99-4B06-909D-F7BE4695DEFE}" srcOrd="5" destOrd="0" presId="urn:microsoft.com/office/officeart/2018/2/layout/IconVerticalSolidList"/>
    <dgm:cxn modelId="{548E7DA7-0FA0-4533-87DC-540013836835}" type="presParOf" srcId="{7BF3288A-7D0C-4E21-A61E-A24F9D283190}" destId="{C061BFAA-E041-4B8C-94EE-B58A9FF97BCC}" srcOrd="6" destOrd="0" presId="urn:microsoft.com/office/officeart/2018/2/layout/IconVerticalSolidList"/>
    <dgm:cxn modelId="{8FA55967-856F-4271-899D-057AAF7AD9EE}" type="presParOf" srcId="{C061BFAA-E041-4B8C-94EE-B58A9FF97BCC}" destId="{487006CC-118E-4402-A193-6E83037CA22F}" srcOrd="0" destOrd="0" presId="urn:microsoft.com/office/officeart/2018/2/layout/IconVerticalSolidList"/>
    <dgm:cxn modelId="{3BC31551-0BCA-4A52-928C-F13773B69995}" type="presParOf" srcId="{C061BFAA-E041-4B8C-94EE-B58A9FF97BCC}" destId="{C571C360-09F1-4998-B5D7-8628EA530BC9}" srcOrd="1" destOrd="0" presId="urn:microsoft.com/office/officeart/2018/2/layout/IconVerticalSolidList"/>
    <dgm:cxn modelId="{828AAD84-43C2-4494-A9E3-1FF32A3A078D}" type="presParOf" srcId="{C061BFAA-E041-4B8C-94EE-B58A9FF97BCC}" destId="{7EA836EF-B334-4494-AEC9-6D6B050032CC}" srcOrd="2" destOrd="0" presId="urn:microsoft.com/office/officeart/2018/2/layout/IconVerticalSolidList"/>
    <dgm:cxn modelId="{B4AFB58C-BD9A-44DF-8099-E8D71E8A8A76}" type="presParOf" srcId="{C061BFAA-E041-4B8C-94EE-B58A9FF97BCC}" destId="{A136DAE3-C4F4-491E-BB52-625A8CCD3180}" srcOrd="3" destOrd="0" presId="urn:microsoft.com/office/officeart/2018/2/layout/IconVerticalSolidList"/>
    <dgm:cxn modelId="{40B8B2B5-064F-4BD3-A8AE-0AC07DACCC37}" type="presParOf" srcId="{7BF3288A-7D0C-4E21-A61E-A24F9D283190}" destId="{E9F1172D-77D4-4FEB-BA6D-48DD53B1A535}" srcOrd="7" destOrd="0" presId="urn:microsoft.com/office/officeart/2018/2/layout/IconVerticalSolidList"/>
    <dgm:cxn modelId="{6C90AD13-2C53-43DD-9143-92465CBE7F25}" type="presParOf" srcId="{7BF3288A-7D0C-4E21-A61E-A24F9D283190}" destId="{2B2A1385-6E79-465D-85D8-C21A0851665E}" srcOrd="8" destOrd="0" presId="urn:microsoft.com/office/officeart/2018/2/layout/IconVerticalSolidList"/>
    <dgm:cxn modelId="{6838035E-5BF5-449A-A07D-E6562DF6FB21}" type="presParOf" srcId="{2B2A1385-6E79-465D-85D8-C21A0851665E}" destId="{76441FA6-4387-44E8-B090-B6B1E893EAFF}" srcOrd="0" destOrd="0" presId="urn:microsoft.com/office/officeart/2018/2/layout/IconVerticalSolidList"/>
    <dgm:cxn modelId="{445F61B1-C49B-4E67-912D-A83375941786}" type="presParOf" srcId="{2B2A1385-6E79-465D-85D8-C21A0851665E}" destId="{8E3B2ED1-56D3-4F91-BE63-CF1D607CD80E}" srcOrd="1" destOrd="0" presId="urn:microsoft.com/office/officeart/2018/2/layout/IconVerticalSolidList"/>
    <dgm:cxn modelId="{D95D0FF4-DB7F-41D9-AF89-98E95A793BF4}" type="presParOf" srcId="{2B2A1385-6E79-465D-85D8-C21A0851665E}" destId="{4A787DB5-0E41-4D30-83C3-69EF1DA597C2}" srcOrd="2" destOrd="0" presId="urn:microsoft.com/office/officeart/2018/2/layout/IconVerticalSolidList"/>
    <dgm:cxn modelId="{CB394287-BBE9-4DA6-A258-42B2704D8C1F}" type="presParOf" srcId="{2B2A1385-6E79-465D-85D8-C21A0851665E}" destId="{6A351DD1-E8B1-44D7-A6C3-836C60DF589D}" srcOrd="3" destOrd="0" presId="urn:microsoft.com/office/officeart/2018/2/layout/IconVerticalSolidList"/>
    <dgm:cxn modelId="{D80E930F-A19A-4D6D-A6C5-35F18A3AF1E4}" type="presParOf" srcId="{7BF3288A-7D0C-4E21-A61E-A24F9D283190}" destId="{D71992A3-9CC6-4325-9B6F-B00061488793}" srcOrd="9" destOrd="0" presId="urn:microsoft.com/office/officeart/2018/2/layout/IconVerticalSolidList"/>
    <dgm:cxn modelId="{01DE53C1-ED76-41E6-BCD1-FC9ACA724AE4}" type="presParOf" srcId="{7BF3288A-7D0C-4E21-A61E-A24F9D283190}" destId="{FADB4322-288C-42ED-8BCB-5D35FBB7178E}" srcOrd="10" destOrd="0" presId="urn:microsoft.com/office/officeart/2018/2/layout/IconVerticalSolidList"/>
    <dgm:cxn modelId="{88F2189B-361C-437B-B839-7DE28A3815D8}" type="presParOf" srcId="{FADB4322-288C-42ED-8BCB-5D35FBB7178E}" destId="{47E5C6A5-6F51-4FF2-9C31-9D9C4FD16611}" srcOrd="0" destOrd="0" presId="urn:microsoft.com/office/officeart/2018/2/layout/IconVerticalSolidList"/>
    <dgm:cxn modelId="{620BF771-2406-4F88-B4BB-D0FC679C5FC2}" type="presParOf" srcId="{FADB4322-288C-42ED-8BCB-5D35FBB7178E}" destId="{8C12F217-07D0-4270-92CF-58D6A7E48B69}" srcOrd="1" destOrd="0" presId="urn:microsoft.com/office/officeart/2018/2/layout/IconVerticalSolidList"/>
    <dgm:cxn modelId="{6DB30A60-D0F7-4FC8-B886-B2FBDB430950}" type="presParOf" srcId="{FADB4322-288C-42ED-8BCB-5D35FBB7178E}" destId="{5AB987CB-48E3-4251-8588-DCE7EECAE7C3}" srcOrd="2" destOrd="0" presId="urn:microsoft.com/office/officeart/2018/2/layout/IconVerticalSolidList"/>
    <dgm:cxn modelId="{BA1C1FD8-C455-4DCD-98A5-C3C4C9D10692}" type="presParOf" srcId="{FADB4322-288C-42ED-8BCB-5D35FBB7178E}" destId="{C18D17B9-CCF9-4DAF-A84B-2DEF9DE4725A}" srcOrd="3" destOrd="0" presId="urn:microsoft.com/office/officeart/2018/2/layout/IconVerticalSolidList"/>
    <dgm:cxn modelId="{50B832E8-F597-4D0C-AECB-420CBD387F98}" type="presParOf" srcId="{7BF3288A-7D0C-4E21-A61E-A24F9D283190}" destId="{5C22C243-B66E-423A-B0DA-6C42F025F80D}" srcOrd="11" destOrd="0" presId="urn:microsoft.com/office/officeart/2018/2/layout/IconVerticalSolidList"/>
    <dgm:cxn modelId="{1E8CD4D6-A133-4AF9-A58D-3A33CFA1A7B2}" type="presParOf" srcId="{7BF3288A-7D0C-4E21-A61E-A24F9D283190}" destId="{F7032888-D151-4396-8D7F-D91C19187755}" srcOrd="12" destOrd="0" presId="urn:microsoft.com/office/officeart/2018/2/layout/IconVerticalSolidList"/>
    <dgm:cxn modelId="{6FF9CBA0-2592-4C32-B110-E83D1A792046}" type="presParOf" srcId="{F7032888-D151-4396-8D7F-D91C19187755}" destId="{C17ECEC9-9116-4EC1-87AB-116CE125838E}" srcOrd="0" destOrd="0" presId="urn:microsoft.com/office/officeart/2018/2/layout/IconVerticalSolidList"/>
    <dgm:cxn modelId="{C8470372-4110-4D84-87BB-08589530FEC6}" type="presParOf" srcId="{F7032888-D151-4396-8D7F-D91C19187755}" destId="{E63187B7-E194-43EA-BC06-1A2F2098869E}" srcOrd="1" destOrd="0" presId="urn:microsoft.com/office/officeart/2018/2/layout/IconVerticalSolidList"/>
    <dgm:cxn modelId="{71544A52-F13F-4FE3-BF17-E10C7CD4691D}" type="presParOf" srcId="{F7032888-D151-4396-8D7F-D91C19187755}" destId="{1BF9B615-7B30-4866-AFA3-DEC36752881C}" srcOrd="2" destOrd="0" presId="urn:microsoft.com/office/officeart/2018/2/layout/IconVerticalSolidList"/>
    <dgm:cxn modelId="{652F9D3F-56B2-4F01-8FF4-5F3646E59BA5}" type="presParOf" srcId="{F7032888-D151-4396-8D7F-D91C19187755}" destId="{A9E94023-2CBE-4148-88FB-663B5FBDB56C}" srcOrd="3" destOrd="0" presId="urn:microsoft.com/office/officeart/2018/2/layout/IconVerticalSolidList"/>
    <dgm:cxn modelId="{EF3A53D1-2B0D-4BA0-BE0B-FC801AF5DD2F}" type="presParOf" srcId="{7BF3288A-7D0C-4E21-A61E-A24F9D283190}" destId="{B506FAFC-D241-42E6-9160-53A5CFEE2AE6}" srcOrd="13" destOrd="0" presId="urn:microsoft.com/office/officeart/2018/2/layout/IconVerticalSolidList"/>
    <dgm:cxn modelId="{F41972CF-09D2-432E-B2E8-883349BCCFA9}" type="presParOf" srcId="{7BF3288A-7D0C-4E21-A61E-A24F9D283190}" destId="{AD0C4359-2A38-49D7-A9D2-2036B0CD714D}" srcOrd="14" destOrd="0" presId="urn:microsoft.com/office/officeart/2018/2/layout/IconVerticalSolidList"/>
    <dgm:cxn modelId="{1C3E7DB4-46FD-48D7-A4FF-4A0489528D8E}" type="presParOf" srcId="{AD0C4359-2A38-49D7-A9D2-2036B0CD714D}" destId="{D08A8D03-1558-41FB-AEAE-943D03BC1CB9}" srcOrd="0" destOrd="0" presId="urn:microsoft.com/office/officeart/2018/2/layout/IconVerticalSolidList"/>
    <dgm:cxn modelId="{B6FF309A-A2EF-44A3-A62D-0141AD79BB88}" type="presParOf" srcId="{AD0C4359-2A38-49D7-A9D2-2036B0CD714D}" destId="{A6556E70-7823-4BE4-A153-E7E95B058C62}" srcOrd="1" destOrd="0" presId="urn:microsoft.com/office/officeart/2018/2/layout/IconVerticalSolidList"/>
    <dgm:cxn modelId="{09A2CFDA-EA4B-47DC-BBE5-8BDB71BD497C}" type="presParOf" srcId="{AD0C4359-2A38-49D7-A9D2-2036B0CD714D}" destId="{165BB326-C432-44DE-991C-7E9920328EB5}" srcOrd="2" destOrd="0" presId="urn:microsoft.com/office/officeart/2018/2/layout/IconVerticalSolidList"/>
    <dgm:cxn modelId="{F2F4AE54-75A2-41FD-95FE-CB44153BD048}" type="presParOf" srcId="{AD0C4359-2A38-49D7-A9D2-2036B0CD714D}" destId="{BE27E6A5-F04F-4FEF-B872-1D9502F412E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67CFBA9-553C-41E1-9943-98CEF4FBF4C4}" type="doc">
      <dgm:prSet loTypeId="urn:microsoft.com/office/officeart/2018/2/layout/IconCircle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F0F91552-919A-45E3-AF6C-A35C1E3348E3}">
      <dgm:prSet/>
      <dgm:spPr/>
      <dgm:t>
        <a:bodyPr/>
        <a:lstStyle/>
        <a:p>
          <a:r>
            <a:rPr lang="en-GB" b="1"/>
            <a:t>Write a Data Availability Statement</a:t>
          </a:r>
          <a:r>
            <a:rPr lang="en-GB"/>
            <a:t>: A document that describes the data's location, the accesibility of it, and the restrictions </a:t>
          </a:r>
          <a:endParaRPr lang="en-US"/>
        </a:p>
      </dgm:t>
    </dgm:pt>
    <dgm:pt modelId="{35385D38-B34A-4FD6-8BA0-429A70209192}" type="parTrans" cxnId="{354D04EA-E826-4C2A-8B3F-384E7B0341C6}">
      <dgm:prSet/>
      <dgm:spPr/>
      <dgm:t>
        <a:bodyPr/>
        <a:lstStyle/>
        <a:p>
          <a:endParaRPr lang="en-US"/>
        </a:p>
      </dgm:t>
    </dgm:pt>
    <dgm:pt modelId="{6BDB3B23-12B5-472A-BFC0-E2A490906DE3}" type="sibTrans" cxnId="{354D04EA-E826-4C2A-8B3F-384E7B0341C6}">
      <dgm:prSet/>
      <dgm:spPr/>
      <dgm:t>
        <a:bodyPr/>
        <a:lstStyle/>
        <a:p>
          <a:endParaRPr lang="en-US"/>
        </a:p>
      </dgm:t>
    </dgm:pt>
    <dgm:pt modelId="{6B3B8537-AB02-47D4-AB6F-E0A5DA788CC5}">
      <dgm:prSet/>
      <dgm:spPr/>
      <dgm:t>
        <a:bodyPr/>
        <a:lstStyle/>
        <a:p>
          <a:r>
            <a:rPr lang="en-GB" b="1"/>
            <a:t>Make data available in a repository of choice:</a:t>
          </a:r>
          <a:r>
            <a:rPr lang="en-GB"/>
            <a:t> This means making the data or meta-data available in a repository with the help of a Data Steward </a:t>
          </a:r>
          <a:endParaRPr lang="en-US"/>
        </a:p>
      </dgm:t>
    </dgm:pt>
    <dgm:pt modelId="{1A7112C9-95F8-4DD6-8230-9D52257DE3FE}" type="parTrans" cxnId="{A4833D0F-5955-4A26-8E26-8041088C9ED1}">
      <dgm:prSet/>
      <dgm:spPr/>
      <dgm:t>
        <a:bodyPr/>
        <a:lstStyle/>
        <a:p>
          <a:endParaRPr lang="en-US"/>
        </a:p>
      </dgm:t>
    </dgm:pt>
    <dgm:pt modelId="{99EBEC6D-5C5E-455E-834F-5B8673B0F004}" type="sibTrans" cxnId="{A4833D0F-5955-4A26-8E26-8041088C9ED1}">
      <dgm:prSet/>
      <dgm:spPr/>
      <dgm:t>
        <a:bodyPr/>
        <a:lstStyle/>
        <a:p>
          <a:endParaRPr lang="en-US"/>
        </a:p>
      </dgm:t>
    </dgm:pt>
    <dgm:pt modelId="{07242945-3CC9-485F-BDB6-88208D8CCE26}">
      <dgm:prSet/>
      <dgm:spPr/>
      <dgm:t>
        <a:bodyPr/>
        <a:lstStyle/>
        <a:p>
          <a:r>
            <a:rPr lang="en-GB"/>
            <a:t>Making both of these efforts is possible by contacting the Data Steward of your Faculty </a:t>
          </a:r>
          <a:endParaRPr lang="en-US"/>
        </a:p>
      </dgm:t>
    </dgm:pt>
    <dgm:pt modelId="{15486631-8BF9-441C-A002-A37E095F36D9}" type="parTrans" cxnId="{866278EA-5306-40D9-BB89-1004A350BE19}">
      <dgm:prSet/>
      <dgm:spPr/>
      <dgm:t>
        <a:bodyPr/>
        <a:lstStyle/>
        <a:p>
          <a:endParaRPr lang="en-US"/>
        </a:p>
      </dgm:t>
    </dgm:pt>
    <dgm:pt modelId="{F299D7FA-4808-45AC-8ACF-A24DCBEFC980}" type="sibTrans" cxnId="{866278EA-5306-40D9-BB89-1004A350BE19}">
      <dgm:prSet/>
      <dgm:spPr/>
      <dgm:t>
        <a:bodyPr/>
        <a:lstStyle/>
        <a:p>
          <a:endParaRPr lang="en-US"/>
        </a:p>
      </dgm:t>
    </dgm:pt>
    <dgm:pt modelId="{A2755CC4-43D5-4267-BA74-C38B3B198A20}" type="pres">
      <dgm:prSet presAssocID="{B67CFBA9-553C-41E1-9943-98CEF4FBF4C4}" presName="root" presStyleCnt="0">
        <dgm:presLayoutVars>
          <dgm:dir/>
          <dgm:resizeHandles val="exact"/>
        </dgm:presLayoutVars>
      </dgm:prSet>
      <dgm:spPr/>
    </dgm:pt>
    <dgm:pt modelId="{1DBEABEE-ED3E-41FB-976E-BAD86154C744}" type="pres">
      <dgm:prSet presAssocID="{B67CFBA9-553C-41E1-9943-98CEF4FBF4C4}" presName="container" presStyleCnt="0">
        <dgm:presLayoutVars>
          <dgm:dir/>
          <dgm:resizeHandles val="exact"/>
        </dgm:presLayoutVars>
      </dgm:prSet>
      <dgm:spPr/>
    </dgm:pt>
    <dgm:pt modelId="{39F50B9C-36D7-4080-910D-E0D651414534}" type="pres">
      <dgm:prSet presAssocID="{F0F91552-919A-45E3-AF6C-A35C1E3348E3}" presName="compNode" presStyleCnt="0"/>
      <dgm:spPr/>
    </dgm:pt>
    <dgm:pt modelId="{95C0BF0D-A2A3-4A9A-B325-4C8A74C7C52A}" type="pres">
      <dgm:prSet presAssocID="{F0F91552-919A-45E3-AF6C-A35C1E3348E3}" presName="iconBgRect" presStyleLbl="bgShp" presStyleIdx="0" presStyleCnt="3"/>
      <dgm:spPr/>
    </dgm:pt>
    <dgm:pt modelId="{1ED45E88-DF02-418B-A063-52AF16E4C026}" type="pres">
      <dgm:prSet presAssocID="{F0F91552-919A-45E3-AF6C-A35C1E3348E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ument"/>
        </a:ext>
      </dgm:extLst>
    </dgm:pt>
    <dgm:pt modelId="{C5D8E55A-C2E6-4BCA-82A7-0E167B166501}" type="pres">
      <dgm:prSet presAssocID="{F0F91552-919A-45E3-AF6C-A35C1E3348E3}" presName="spaceRect" presStyleCnt="0"/>
      <dgm:spPr/>
    </dgm:pt>
    <dgm:pt modelId="{7005CBC6-2DB4-4E8C-97CC-0F2DA8C68184}" type="pres">
      <dgm:prSet presAssocID="{F0F91552-919A-45E3-AF6C-A35C1E3348E3}" presName="textRect" presStyleLbl="revTx" presStyleIdx="0" presStyleCnt="3">
        <dgm:presLayoutVars>
          <dgm:chMax val="1"/>
          <dgm:chPref val="1"/>
        </dgm:presLayoutVars>
      </dgm:prSet>
      <dgm:spPr/>
    </dgm:pt>
    <dgm:pt modelId="{DFC00A1D-AC15-4AC5-861C-D3FBAA89CB2F}" type="pres">
      <dgm:prSet presAssocID="{6BDB3B23-12B5-472A-BFC0-E2A490906DE3}" presName="sibTrans" presStyleLbl="sibTrans2D1" presStyleIdx="0" presStyleCnt="0"/>
      <dgm:spPr/>
    </dgm:pt>
    <dgm:pt modelId="{FDFFF4CD-D97A-47EB-84C5-020F9B2CD58C}" type="pres">
      <dgm:prSet presAssocID="{6B3B8537-AB02-47D4-AB6F-E0A5DA788CC5}" presName="compNode" presStyleCnt="0"/>
      <dgm:spPr/>
    </dgm:pt>
    <dgm:pt modelId="{C9DDEDE7-9D02-412A-ADC5-0A7FFDEE5A3B}" type="pres">
      <dgm:prSet presAssocID="{6B3B8537-AB02-47D4-AB6F-E0A5DA788CC5}" presName="iconBgRect" presStyleLbl="bgShp" presStyleIdx="1" presStyleCnt="3"/>
      <dgm:spPr/>
    </dgm:pt>
    <dgm:pt modelId="{C14C4170-4A25-4E83-BBD2-E4819C5EABFD}" type="pres">
      <dgm:prSet presAssocID="{6B3B8537-AB02-47D4-AB6F-E0A5DA788CC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CFB80316-E92A-49A3-AD66-DA220028DAAE}" type="pres">
      <dgm:prSet presAssocID="{6B3B8537-AB02-47D4-AB6F-E0A5DA788CC5}" presName="spaceRect" presStyleCnt="0"/>
      <dgm:spPr/>
    </dgm:pt>
    <dgm:pt modelId="{8BDC7A09-1621-4948-B187-257C0336EF6C}" type="pres">
      <dgm:prSet presAssocID="{6B3B8537-AB02-47D4-AB6F-E0A5DA788CC5}" presName="textRect" presStyleLbl="revTx" presStyleIdx="1" presStyleCnt="3">
        <dgm:presLayoutVars>
          <dgm:chMax val="1"/>
          <dgm:chPref val="1"/>
        </dgm:presLayoutVars>
      </dgm:prSet>
      <dgm:spPr/>
    </dgm:pt>
    <dgm:pt modelId="{D22DD065-A6E5-46C0-8D1D-01F2674EFB10}" type="pres">
      <dgm:prSet presAssocID="{99EBEC6D-5C5E-455E-834F-5B8673B0F004}" presName="sibTrans" presStyleLbl="sibTrans2D1" presStyleIdx="0" presStyleCnt="0"/>
      <dgm:spPr/>
    </dgm:pt>
    <dgm:pt modelId="{E1777601-9015-4A12-9078-11748B2C12BE}" type="pres">
      <dgm:prSet presAssocID="{07242945-3CC9-485F-BDB6-88208D8CCE26}" presName="compNode" presStyleCnt="0"/>
      <dgm:spPr/>
    </dgm:pt>
    <dgm:pt modelId="{C8B311A8-EFC5-4706-9F9C-741768CDBE87}" type="pres">
      <dgm:prSet presAssocID="{07242945-3CC9-485F-BDB6-88208D8CCE26}" presName="iconBgRect" presStyleLbl="bgShp" presStyleIdx="2" presStyleCnt="3"/>
      <dgm:spPr/>
    </dgm:pt>
    <dgm:pt modelId="{E78F75E8-81D4-4825-8FAC-5E4648444448}" type="pres">
      <dgm:prSet presAssocID="{07242945-3CC9-485F-BDB6-88208D8CCE2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lassroom"/>
        </a:ext>
      </dgm:extLst>
    </dgm:pt>
    <dgm:pt modelId="{BAF4C8F3-6B95-4C1E-A25A-CBA19C2682C4}" type="pres">
      <dgm:prSet presAssocID="{07242945-3CC9-485F-BDB6-88208D8CCE26}" presName="spaceRect" presStyleCnt="0"/>
      <dgm:spPr/>
    </dgm:pt>
    <dgm:pt modelId="{566DE24C-1A93-40EA-9607-E2CA2CA0B081}" type="pres">
      <dgm:prSet presAssocID="{07242945-3CC9-485F-BDB6-88208D8CCE26}" presName="textRect" presStyleLbl="revTx" presStyleIdx="2" presStyleCnt="3">
        <dgm:presLayoutVars>
          <dgm:chMax val="1"/>
          <dgm:chPref val="1"/>
        </dgm:presLayoutVars>
      </dgm:prSet>
      <dgm:spPr/>
    </dgm:pt>
  </dgm:ptLst>
  <dgm:cxnLst>
    <dgm:cxn modelId="{A4833D0F-5955-4A26-8E26-8041088C9ED1}" srcId="{B67CFBA9-553C-41E1-9943-98CEF4FBF4C4}" destId="{6B3B8537-AB02-47D4-AB6F-E0A5DA788CC5}" srcOrd="1" destOrd="0" parTransId="{1A7112C9-95F8-4DD6-8230-9D52257DE3FE}" sibTransId="{99EBEC6D-5C5E-455E-834F-5B8673B0F004}"/>
    <dgm:cxn modelId="{235DBE74-6CB1-401E-96B0-25049CB4A375}" type="presOf" srcId="{6BDB3B23-12B5-472A-BFC0-E2A490906DE3}" destId="{DFC00A1D-AC15-4AC5-861C-D3FBAA89CB2F}" srcOrd="0" destOrd="0" presId="urn:microsoft.com/office/officeart/2018/2/layout/IconCircleList"/>
    <dgm:cxn modelId="{42C94B77-A4C5-46FD-82C2-C97ED26892F4}" type="presOf" srcId="{F0F91552-919A-45E3-AF6C-A35C1E3348E3}" destId="{7005CBC6-2DB4-4E8C-97CC-0F2DA8C68184}" srcOrd="0" destOrd="0" presId="urn:microsoft.com/office/officeart/2018/2/layout/IconCircleList"/>
    <dgm:cxn modelId="{B8386AB9-F5DB-43EA-A9D6-7389701286FC}" type="presOf" srcId="{99EBEC6D-5C5E-455E-834F-5B8673B0F004}" destId="{D22DD065-A6E5-46C0-8D1D-01F2674EFB10}" srcOrd="0" destOrd="0" presId="urn:microsoft.com/office/officeart/2018/2/layout/IconCircleList"/>
    <dgm:cxn modelId="{E24838CD-3634-4CF2-8D0A-2E25B1B7AB93}" type="presOf" srcId="{B67CFBA9-553C-41E1-9943-98CEF4FBF4C4}" destId="{A2755CC4-43D5-4267-BA74-C38B3B198A20}" srcOrd="0" destOrd="0" presId="urn:microsoft.com/office/officeart/2018/2/layout/IconCircleList"/>
    <dgm:cxn modelId="{EEC71FD9-8E96-4BAD-A8A3-E178F363BBB2}" type="presOf" srcId="{6B3B8537-AB02-47D4-AB6F-E0A5DA788CC5}" destId="{8BDC7A09-1621-4948-B187-257C0336EF6C}" srcOrd="0" destOrd="0" presId="urn:microsoft.com/office/officeart/2018/2/layout/IconCircleList"/>
    <dgm:cxn modelId="{4E5A1CE8-EDFB-4477-86B1-724E6FE6FDEB}" type="presOf" srcId="{07242945-3CC9-485F-BDB6-88208D8CCE26}" destId="{566DE24C-1A93-40EA-9607-E2CA2CA0B081}" srcOrd="0" destOrd="0" presId="urn:microsoft.com/office/officeart/2018/2/layout/IconCircleList"/>
    <dgm:cxn modelId="{354D04EA-E826-4C2A-8B3F-384E7B0341C6}" srcId="{B67CFBA9-553C-41E1-9943-98CEF4FBF4C4}" destId="{F0F91552-919A-45E3-AF6C-A35C1E3348E3}" srcOrd="0" destOrd="0" parTransId="{35385D38-B34A-4FD6-8BA0-429A70209192}" sibTransId="{6BDB3B23-12B5-472A-BFC0-E2A490906DE3}"/>
    <dgm:cxn modelId="{866278EA-5306-40D9-BB89-1004A350BE19}" srcId="{B67CFBA9-553C-41E1-9943-98CEF4FBF4C4}" destId="{07242945-3CC9-485F-BDB6-88208D8CCE26}" srcOrd="2" destOrd="0" parTransId="{15486631-8BF9-441C-A002-A37E095F36D9}" sibTransId="{F299D7FA-4808-45AC-8ACF-A24DCBEFC980}"/>
    <dgm:cxn modelId="{AE5334CC-4EBC-4B5B-8842-4EED2FBC8296}" type="presParOf" srcId="{A2755CC4-43D5-4267-BA74-C38B3B198A20}" destId="{1DBEABEE-ED3E-41FB-976E-BAD86154C744}" srcOrd="0" destOrd="0" presId="urn:microsoft.com/office/officeart/2018/2/layout/IconCircleList"/>
    <dgm:cxn modelId="{54B302C3-251E-4D89-825B-76E98A77978F}" type="presParOf" srcId="{1DBEABEE-ED3E-41FB-976E-BAD86154C744}" destId="{39F50B9C-36D7-4080-910D-E0D651414534}" srcOrd="0" destOrd="0" presId="urn:microsoft.com/office/officeart/2018/2/layout/IconCircleList"/>
    <dgm:cxn modelId="{3A928247-E303-42CE-9D2D-EC0FAE859BF3}" type="presParOf" srcId="{39F50B9C-36D7-4080-910D-E0D651414534}" destId="{95C0BF0D-A2A3-4A9A-B325-4C8A74C7C52A}" srcOrd="0" destOrd="0" presId="urn:microsoft.com/office/officeart/2018/2/layout/IconCircleList"/>
    <dgm:cxn modelId="{EEFAC767-286B-47CA-BB25-183EE245CF1B}" type="presParOf" srcId="{39F50B9C-36D7-4080-910D-E0D651414534}" destId="{1ED45E88-DF02-418B-A063-52AF16E4C026}" srcOrd="1" destOrd="0" presId="urn:microsoft.com/office/officeart/2018/2/layout/IconCircleList"/>
    <dgm:cxn modelId="{3F90F582-4932-4DA8-BE1F-9F49F16F291F}" type="presParOf" srcId="{39F50B9C-36D7-4080-910D-E0D651414534}" destId="{C5D8E55A-C2E6-4BCA-82A7-0E167B166501}" srcOrd="2" destOrd="0" presId="urn:microsoft.com/office/officeart/2018/2/layout/IconCircleList"/>
    <dgm:cxn modelId="{93402A46-93F0-4D4A-BFCA-EA1FCD428D8F}" type="presParOf" srcId="{39F50B9C-36D7-4080-910D-E0D651414534}" destId="{7005CBC6-2DB4-4E8C-97CC-0F2DA8C68184}" srcOrd="3" destOrd="0" presId="urn:microsoft.com/office/officeart/2018/2/layout/IconCircleList"/>
    <dgm:cxn modelId="{84896051-0611-40C7-99B1-0B37D763EF2E}" type="presParOf" srcId="{1DBEABEE-ED3E-41FB-976E-BAD86154C744}" destId="{DFC00A1D-AC15-4AC5-861C-D3FBAA89CB2F}" srcOrd="1" destOrd="0" presId="urn:microsoft.com/office/officeart/2018/2/layout/IconCircleList"/>
    <dgm:cxn modelId="{E9215669-6EDE-41A0-AD71-E1486BBE3EE0}" type="presParOf" srcId="{1DBEABEE-ED3E-41FB-976E-BAD86154C744}" destId="{FDFFF4CD-D97A-47EB-84C5-020F9B2CD58C}" srcOrd="2" destOrd="0" presId="urn:microsoft.com/office/officeart/2018/2/layout/IconCircleList"/>
    <dgm:cxn modelId="{6388E72B-9853-4241-90BC-A7EF51D5F5CF}" type="presParOf" srcId="{FDFFF4CD-D97A-47EB-84C5-020F9B2CD58C}" destId="{C9DDEDE7-9D02-412A-ADC5-0A7FFDEE5A3B}" srcOrd="0" destOrd="0" presId="urn:microsoft.com/office/officeart/2018/2/layout/IconCircleList"/>
    <dgm:cxn modelId="{64FF6446-249D-4690-9957-8378622FB412}" type="presParOf" srcId="{FDFFF4CD-D97A-47EB-84C5-020F9B2CD58C}" destId="{C14C4170-4A25-4E83-BBD2-E4819C5EABFD}" srcOrd="1" destOrd="0" presId="urn:microsoft.com/office/officeart/2018/2/layout/IconCircleList"/>
    <dgm:cxn modelId="{BB8AB31B-A6AC-4072-9B95-8B1C39B3F56C}" type="presParOf" srcId="{FDFFF4CD-D97A-47EB-84C5-020F9B2CD58C}" destId="{CFB80316-E92A-49A3-AD66-DA220028DAAE}" srcOrd="2" destOrd="0" presId="urn:microsoft.com/office/officeart/2018/2/layout/IconCircleList"/>
    <dgm:cxn modelId="{0AE9FE9E-3CED-49D8-9D4E-054BBD4616ED}" type="presParOf" srcId="{FDFFF4CD-D97A-47EB-84C5-020F9B2CD58C}" destId="{8BDC7A09-1621-4948-B187-257C0336EF6C}" srcOrd="3" destOrd="0" presId="urn:microsoft.com/office/officeart/2018/2/layout/IconCircleList"/>
    <dgm:cxn modelId="{7AB12DC9-BAAB-4AD3-9122-3E29BB7DF617}" type="presParOf" srcId="{1DBEABEE-ED3E-41FB-976E-BAD86154C744}" destId="{D22DD065-A6E5-46C0-8D1D-01F2674EFB10}" srcOrd="3" destOrd="0" presId="urn:microsoft.com/office/officeart/2018/2/layout/IconCircleList"/>
    <dgm:cxn modelId="{B3CD6DC2-272E-4818-B885-23900C27E1D1}" type="presParOf" srcId="{1DBEABEE-ED3E-41FB-976E-BAD86154C744}" destId="{E1777601-9015-4A12-9078-11748B2C12BE}" srcOrd="4" destOrd="0" presId="urn:microsoft.com/office/officeart/2018/2/layout/IconCircleList"/>
    <dgm:cxn modelId="{138E8CCF-D908-457B-A651-5569A3549E33}" type="presParOf" srcId="{E1777601-9015-4A12-9078-11748B2C12BE}" destId="{C8B311A8-EFC5-4706-9F9C-741768CDBE87}" srcOrd="0" destOrd="0" presId="urn:microsoft.com/office/officeart/2018/2/layout/IconCircleList"/>
    <dgm:cxn modelId="{B3E771C2-7A67-4EA3-97B3-1645FD66C52D}" type="presParOf" srcId="{E1777601-9015-4A12-9078-11748B2C12BE}" destId="{E78F75E8-81D4-4825-8FAC-5E4648444448}" srcOrd="1" destOrd="0" presId="urn:microsoft.com/office/officeart/2018/2/layout/IconCircleList"/>
    <dgm:cxn modelId="{98E73412-5F7D-4979-AAB7-9C434AAAC077}" type="presParOf" srcId="{E1777601-9015-4A12-9078-11748B2C12BE}" destId="{BAF4C8F3-6B95-4C1E-A25A-CBA19C2682C4}" srcOrd="2" destOrd="0" presId="urn:microsoft.com/office/officeart/2018/2/layout/IconCircleList"/>
    <dgm:cxn modelId="{3CD2A860-50F7-4578-B7AB-61318E57549F}" type="presParOf" srcId="{E1777601-9015-4A12-9078-11748B2C12BE}" destId="{566DE24C-1A93-40EA-9607-E2CA2CA0B081}"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F1FA93C-1545-4222-B041-F4AE3FBE8FA7}"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99EBF1C-9F5E-4726-940E-C169068C2631}">
      <dgm:prSet/>
      <dgm:spPr/>
      <dgm:t>
        <a:bodyPr/>
        <a:lstStyle/>
        <a:p>
          <a:r>
            <a:rPr lang="en-GB"/>
            <a:t>Draft an availability statement using the examples provided (template would be available)</a:t>
          </a:r>
          <a:endParaRPr lang="en-US"/>
        </a:p>
      </dgm:t>
    </dgm:pt>
    <dgm:pt modelId="{A29791AD-2DF9-4F89-B247-5A078ED64C7F}" type="parTrans" cxnId="{2AE587EB-2721-4EE2-976F-AAA8E4431387}">
      <dgm:prSet/>
      <dgm:spPr/>
      <dgm:t>
        <a:bodyPr/>
        <a:lstStyle/>
        <a:p>
          <a:endParaRPr lang="en-US"/>
        </a:p>
      </dgm:t>
    </dgm:pt>
    <dgm:pt modelId="{AE1F4505-E737-4797-99C2-791C51A4F526}" type="sibTrans" cxnId="{2AE587EB-2721-4EE2-976F-AAA8E4431387}">
      <dgm:prSet/>
      <dgm:spPr/>
      <dgm:t>
        <a:bodyPr/>
        <a:lstStyle/>
        <a:p>
          <a:endParaRPr lang="en-US"/>
        </a:p>
      </dgm:t>
    </dgm:pt>
    <dgm:pt modelId="{13FF0FAA-6040-413B-8655-9F1B71D50157}">
      <dgm:prSet/>
      <dgm:spPr/>
      <dgm:t>
        <a:bodyPr/>
        <a:lstStyle/>
        <a:p>
          <a:r>
            <a:rPr lang="en-GB"/>
            <a:t>Explore our local repository: DataverseNL to look at examples</a:t>
          </a:r>
          <a:endParaRPr lang="en-US"/>
        </a:p>
      </dgm:t>
    </dgm:pt>
    <dgm:pt modelId="{99817017-8CC7-4DB0-B4A6-404466AFC1B9}" type="parTrans" cxnId="{7B6A4972-0D66-4D98-A75E-A4C588E171B1}">
      <dgm:prSet/>
      <dgm:spPr/>
      <dgm:t>
        <a:bodyPr/>
        <a:lstStyle/>
        <a:p>
          <a:endParaRPr lang="en-US"/>
        </a:p>
      </dgm:t>
    </dgm:pt>
    <dgm:pt modelId="{18AAC9DD-2E92-41E5-BBF1-66B68074A1BC}" type="sibTrans" cxnId="{7B6A4972-0D66-4D98-A75E-A4C588E171B1}">
      <dgm:prSet/>
      <dgm:spPr/>
      <dgm:t>
        <a:bodyPr/>
        <a:lstStyle/>
        <a:p>
          <a:endParaRPr lang="en-US"/>
        </a:p>
      </dgm:t>
    </dgm:pt>
    <dgm:pt modelId="{8E066122-F45A-4E63-A176-2D97E6B5458A}">
      <dgm:prSet/>
      <dgm:spPr/>
      <dgm:t>
        <a:bodyPr/>
        <a:lstStyle/>
        <a:p>
          <a:r>
            <a:rPr lang="en-GB"/>
            <a:t>Contact your Data Steward to finalize the process </a:t>
          </a:r>
          <a:endParaRPr lang="en-US"/>
        </a:p>
      </dgm:t>
    </dgm:pt>
    <dgm:pt modelId="{F9FB37D5-803D-4EFB-9641-5A1116D9EF1B}" type="parTrans" cxnId="{BD38B6E5-2095-4022-9480-BED9419A42A6}">
      <dgm:prSet/>
      <dgm:spPr/>
      <dgm:t>
        <a:bodyPr/>
        <a:lstStyle/>
        <a:p>
          <a:endParaRPr lang="en-US"/>
        </a:p>
      </dgm:t>
    </dgm:pt>
    <dgm:pt modelId="{DEF0138F-AC5A-4CD6-8508-30AC8AEA3763}" type="sibTrans" cxnId="{BD38B6E5-2095-4022-9480-BED9419A42A6}">
      <dgm:prSet/>
      <dgm:spPr/>
      <dgm:t>
        <a:bodyPr/>
        <a:lstStyle/>
        <a:p>
          <a:endParaRPr lang="en-US"/>
        </a:p>
      </dgm:t>
    </dgm:pt>
    <dgm:pt modelId="{3CFF14B7-DA11-4311-8094-D0C5210D68DB}" type="pres">
      <dgm:prSet presAssocID="{1F1FA93C-1545-4222-B041-F4AE3FBE8FA7}" presName="root" presStyleCnt="0">
        <dgm:presLayoutVars>
          <dgm:dir/>
          <dgm:resizeHandles val="exact"/>
        </dgm:presLayoutVars>
      </dgm:prSet>
      <dgm:spPr/>
    </dgm:pt>
    <dgm:pt modelId="{59D1E9F1-3B54-46BA-9DC7-319F57E93934}" type="pres">
      <dgm:prSet presAssocID="{399EBF1C-9F5E-4726-940E-C169068C2631}" presName="compNode" presStyleCnt="0"/>
      <dgm:spPr/>
    </dgm:pt>
    <dgm:pt modelId="{FCD78DB0-4022-4CA9-94A0-CA9F19EF6063}" type="pres">
      <dgm:prSet presAssocID="{399EBF1C-9F5E-4726-940E-C169068C2631}"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ument"/>
        </a:ext>
      </dgm:extLst>
    </dgm:pt>
    <dgm:pt modelId="{A7F79DEF-634B-42F9-BB61-33A6AD7391C3}" type="pres">
      <dgm:prSet presAssocID="{399EBF1C-9F5E-4726-940E-C169068C2631}" presName="spaceRect" presStyleCnt="0"/>
      <dgm:spPr/>
    </dgm:pt>
    <dgm:pt modelId="{B990A9EB-00B0-4630-AB33-6695E5421A8F}" type="pres">
      <dgm:prSet presAssocID="{399EBF1C-9F5E-4726-940E-C169068C2631}" presName="textRect" presStyleLbl="revTx" presStyleIdx="0" presStyleCnt="3">
        <dgm:presLayoutVars>
          <dgm:chMax val="1"/>
          <dgm:chPref val="1"/>
        </dgm:presLayoutVars>
      </dgm:prSet>
      <dgm:spPr/>
    </dgm:pt>
    <dgm:pt modelId="{AF32B68F-8E9F-4FBE-A087-C380F0561A72}" type="pres">
      <dgm:prSet presAssocID="{AE1F4505-E737-4797-99C2-791C51A4F526}" presName="sibTrans" presStyleCnt="0"/>
      <dgm:spPr/>
    </dgm:pt>
    <dgm:pt modelId="{81E32C7F-E6A4-455A-8373-D63C49A74B2B}" type="pres">
      <dgm:prSet presAssocID="{13FF0FAA-6040-413B-8655-9F1B71D50157}" presName="compNode" presStyleCnt="0"/>
      <dgm:spPr/>
    </dgm:pt>
    <dgm:pt modelId="{EFF167CE-E5A5-48F8-AA56-40D1EE8CA205}" type="pres">
      <dgm:prSet presAssocID="{13FF0FAA-6040-413B-8655-9F1B71D5015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esearch"/>
        </a:ext>
      </dgm:extLst>
    </dgm:pt>
    <dgm:pt modelId="{D6739979-1959-4F36-8480-F799019D5902}" type="pres">
      <dgm:prSet presAssocID="{13FF0FAA-6040-413B-8655-9F1B71D50157}" presName="spaceRect" presStyleCnt="0"/>
      <dgm:spPr/>
    </dgm:pt>
    <dgm:pt modelId="{C4E4A642-AFF0-46BF-92A7-58EB845F03D9}" type="pres">
      <dgm:prSet presAssocID="{13FF0FAA-6040-413B-8655-9F1B71D50157}" presName="textRect" presStyleLbl="revTx" presStyleIdx="1" presStyleCnt="3">
        <dgm:presLayoutVars>
          <dgm:chMax val="1"/>
          <dgm:chPref val="1"/>
        </dgm:presLayoutVars>
      </dgm:prSet>
      <dgm:spPr/>
    </dgm:pt>
    <dgm:pt modelId="{ACD8A084-44AF-4DAD-A2E6-543B13E82E53}" type="pres">
      <dgm:prSet presAssocID="{18AAC9DD-2E92-41E5-BBF1-66B68074A1BC}" presName="sibTrans" presStyleCnt="0"/>
      <dgm:spPr/>
    </dgm:pt>
    <dgm:pt modelId="{21789821-FB35-45AA-A6BF-F909B9039869}" type="pres">
      <dgm:prSet presAssocID="{8E066122-F45A-4E63-A176-2D97E6B5458A}" presName="compNode" presStyleCnt="0"/>
      <dgm:spPr/>
    </dgm:pt>
    <dgm:pt modelId="{FAC989E2-2C2F-4298-B569-4762995E4C32}" type="pres">
      <dgm:prSet presAssocID="{8E066122-F45A-4E63-A176-2D97E6B5458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List"/>
        </a:ext>
      </dgm:extLst>
    </dgm:pt>
    <dgm:pt modelId="{61847009-E343-4E5E-9024-A779B3261E48}" type="pres">
      <dgm:prSet presAssocID="{8E066122-F45A-4E63-A176-2D97E6B5458A}" presName="spaceRect" presStyleCnt="0"/>
      <dgm:spPr/>
    </dgm:pt>
    <dgm:pt modelId="{7480264B-BD28-4313-91CE-9AA5CA422336}" type="pres">
      <dgm:prSet presAssocID="{8E066122-F45A-4E63-A176-2D97E6B5458A}" presName="textRect" presStyleLbl="revTx" presStyleIdx="2" presStyleCnt="3">
        <dgm:presLayoutVars>
          <dgm:chMax val="1"/>
          <dgm:chPref val="1"/>
        </dgm:presLayoutVars>
      </dgm:prSet>
      <dgm:spPr/>
    </dgm:pt>
  </dgm:ptLst>
  <dgm:cxnLst>
    <dgm:cxn modelId="{E5002739-BEDB-4B77-A92E-003591C139F3}" type="presOf" srcId="{1F1FA93C-1545-4222-B041-F4AE3FBE8FA7}" destId="{3CFF14B7-DA11-4311-8094-D0C5210D68DB}" srcOrd="0" destOrd="0" presId="urn:microsoft.com/office/officeart/2018/2/layout/IconLabelList"/>
    <dgm:cxn modelId="{7F365A3F-F93A-4A86-ADF0-423894BE725D}" type="presOf" srcId="{13FF0FAA-6040-413B-8655-9F1B71D50157}" destId="{C4E4A642-AFF0-46BF-92A7-58EB845F03D9}" srcOrd="0" destOrd="0" presId="urn:microsoft.com/office/officeart/2018/2/layout/IconLabelList"/>
    <dgm:cxn modelId="{7B6A4972-0D66-4D98-A75E-A4C588E171B1}" srcId="{1F1FA93C-1545-4222-B041-F4AE3FBE8FA7}" destId="{13FF0FAA-6040-413B-8655-9F1B71D50157}" srcOrd="1" destOrd="0" parTransId="{99817017-8CC7-4DB0-B4A6-404466AFC1B9}" sibTransId="{18AAC9DD-2E92-41E5-BBF1-66B68074A1BC}"/>
    <dgm:cxn modelId="{7240CC87-C8D0-454C-94CD-84D4E720A57E}" type="presOf" srcId="{399EBF1C-9F5E-4726-940E-C169068C2631}" destId="{B990A9EB-00B0-4630-AB33-6695E5421A8F}" srcOrd="0" destOrd="0" presId="urn:microsoft.com/office/officeart/2018/2/layout/IconLabelList"/>
    <dgm:cxn modelId="{BD38B6E5-2095-4022-9480-BED9419A42A6}" srcId="{1F1FA93C-1545-4222-B041-F4AE3FBE8FA7}" destId="{8E066122-F45A-4E63-A176-2D97E6B5458A}" srcOrd="2" destOrd="0" parTransId="{F9FB37D5-803D-4EFB-9641-5A1116D9EF1B}" sibTransId="{DEF0138F-AC5A-4CD6-8508-30AC8AEA3763}"/>
    <dgm:cxn modelId="{2AE587EB-2721-4EE2-976F-AAA8E4431387}" srcId="{1F1FA93C-1545-4222-B041-F4AE3FBE8FA7}" destId="{399EBF1C-9F5E-4726-940E-C169068C2631}" srcOrd="0" destOrd="0" parTransId="{A29791AD-2DF9-4F89-B247-5A078ED64C7F}" sibTransId="{AE1F4505-E737-4797-99C2-791C51A4F526}"/>
    <dgm:cxn modelId="{130819F6-82A5-4E95-9273-F0417CF5922A}" type="presOf" srcId="{8E066122-F45A-4E63-A176-2D97E6B5458A}" destId="{7480264B-BD28-4313-91CE-9AA5CA422336}" srcOrd="0" destOrd="0" presId="urn:microsoft.com/office/officeart/2018/2/layout/IconLabelList"/>
    <dgm:cxn modelId="{F90CDD6B-42A5-4068-A01E-2D0E9FAA9B7F}" type="presParOf" srcId="{3CFF14B7-DA11-4311-8094-D0C5210D68DB}" destId="{59D1E9F1-3B54-46BA-9DC7-319F57E93934}" srcOrd="0" destOrd="0" presId="urn:microsoft.com/office/officeart/2018/2/layout/IconLabelList"/>
    <dgm:cxn modelId="{10F81F83-466E-4D46-B02F-025376193147}" type="presParOf" srcId="{59D1E9F1-3B54-46BA-9DC7-319F57E93934}" destId="{FCD78DB0-4022-4CA9-94A0-CA9F19EF6063}" srcOrd="0" destOrd="0" presId="urn:microsoft.com/office/officeart/2018/2/layout/IconLabelList"/>
    <dgm:cxn modelId="{8DD7E181-68F4-466D-9491-CD1539601720}" type="presParOf" srcId="{59D1E9F1-3B54-46BA-9DC7-319F57E93934}" destId="{A7F79DEF-634B-42F9-BB61-33A6AD7391C3}" srcOrd="1" destOrd="0" presId="urn:microsoft.com/office/officeart/2018/2/layout/IconLabelList"/>
    <dgm:cxn modelId="{FEF42034-CD38-4BFD-A51B-B2D08475AA6C}" type="presParOf" srcId="{59D1E9F1-3B54-46BA-9DC7-319F57E93934}" destId="{B990A9EB-00B0-4630-AB33-6695E5421A8F}" srcOrd="2" destOrd="0" presId="urn:microsoft.com/office/officeart/2018/2/layout/IconLabelList"/>
    <dgm:cxn modelId="{301A4EE7-652A-46AF-9F98-42EEFC8ED002}" type="presParOf" srcId="{3CFF14B7-DA11-4311-8094-D0C5210D68DB}" destId="{AF32B68F-8E9F-4FBE-A087-C380F0561A72}" srcOrd="1" destOrd="0" presId="urn:microsoft.com/office/officeart/2018/2/layout/IconLabelList"/>
    <dgm:cxn modelId="{7D34C0AB-469D-41F4-B553-E808E39D609C}" type="presParOf" srcId="{3CFF14B7-DA11-4311-8094-D0C5210D68DB}" destId="{81E32C7F-E6A4-455A-8373-D63C49A74B2B}" srcOrd="2" destOrd="0" presId="urn:microsoft.com/office/officeart/2018/2/layout/IconLabelList"/>
    <dgm:cxn modelId="{6A7C92EC-29FC-486D-94B8-65537642E776}" type="presParOf" srcId="{81E32C7F-E6A4-455A-8373-D63C49A74B2B}" destId="{EFF167CE-E5A5-48F8-AA56-40D1EE8CA205}" srcOrd="0" destOrd="0" presId="urn:microsoft.com/office/officeart/2018/2/layout/IconLabelList"/>
    <dgm:cxn modelId="{61C741DF-AE60-4D6F-926C-DB62AD771A54}" type="presParOf" srcId="{81E32C7F-E6A4-455A-8373-D63C49A74B2B}" destId="{D6739979-1959-4F36-8480-F799019D5902}" srcOrd="1" destOrd="0" presId="urn:microsoft.com/office/officeart/2018/2/layout/IconLabelList"/>
    <dgm:cxn modelId="{8FF95A36-11A4-43F3-9EF4-56131EA163E2}" type="presParOf" srcId="{81E32C7F-E6A4-455A-8373-D63C49A74B2B}" destId="{C4E4A642-AFF0-46BF-92A7-58EB845F03D9}" srcOrd="2" destOrd="0" presId="urn:microsoft.com/office/officeart/2018/2/layout/IconLabelList"/>
    <dgm:cxn modelId="{F44B4D99-5453-4BA0-A35E-57A7D4A1120C}" type="presParOf" srcId="{3CFF14B7-DA11-4311-8094-D0C5210D68DB}" destId="{ACD8A084-44AF-4DAD-A2E6-543B13E82E53}" srcOrd="3" destOrd="0" presId="urn:microsoft.com/office/officeart/2018/2/layout/IconLabelList"/>
    <dgm:cxn modelId="{805D6F2D-8C68-439D-86CD-419BE3ABF31A}" type="presParOf" srcId="{3CFF14B7-DA11-4311-8094-D0C5210D68DB}" destId="{21789821-FB35-45AA-A6BF-F909B9039869}" srcOrd="4" destOrd="0" presId="urn:microsoft.com/office/officeart/2018/2/layout/IconLabelList"/>
    <dgm:cxn modelId="{9F4AB392-9D7C-4B6D-9B25-2CC256B278E9}" type="presParOf" srcId="{21789821-FB35-45AA-A6BF-F909B9039869}" destId="{FAC989E2-2C2F-4298-B569-4762995E4C32}" srcOrd="0" destOrd="0" presId="urn:microsoft.com/office/officeart/2018/2/layout/IconLabelList"/>
    <dgm:cxn modelId="{CA824A46-C766-40A4-8E98-635517D8F6D9}" type="presParOf" srcId="{21789821-FB35-45AA-A6BF-F909B9039869}" destId="{61847009-E343-4E5E-9024-A779B3261E48}" srcOrd="1" destOrd="0" presId="urn:microsoft.com/office/officeart/2018/2/layout/IconLabelList"/>
    <dgm:cxn modelId="{6F57DE14-DFAD-41EB-9756-E3B9A29DB449}" type="presParOf" srcId="{21789821-FB35-45AA-A6BF-F909B9039869}" destId="{7480264B-BD28-4313-91CE-9AA5CA422336}"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1C7DA6-2433-4D62-A59E-8A012E98EF56}">
      <dsp:nvSpPr>
        <dsp:cNvPr id="0" name=""/>
        <dsp:cNvSpPr/>
      </dsp:nvSpPr>
      <dsp:spPr>
        <a:xfrm>
          <a:off x="0" y="717"/>
          <a:ext cx="6301601" cy="60280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6C412D2-24E5-4363-A430-9568DCE68B6D}">
      <dsp:nvSpPr>
        <dsp:cNvPr id="0" name=""/>
        <dsp:cNvSpPr/>
      </dsp:nvSpPr>
      <dsp:spPr>
        <a:xfrm>
          <a:off x="182349" y="136349"/>
          <a:ext cx="331544" cy="33154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9E7A150-E1EE-428E-BD55-ADE8C69441B6}">
      <dsp:nvSpPr>
        <dsp:cNvPr id="0" name=""/>
        <dsp:cNvSpPr/>
      </dsp:nvSpPr>
      <dsp:spPr>
        <a:xfrm>
          <a:off x="696242" y="717"/>
          <a:ext cx="5605358" cy="6028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797" tIns="63797" rIns="63797" bIns="63797" numCol="1" spcCol="1270" anchor="ctr" anchorCtr="0">
          <a:noAutofit/>
        </a:bodyPr>
        <a:lstStyle/>
        <a:p>
          <a:pPr marL="0" lvl="0" indent="0" algn="l" defTabSz="711200">
            <a:lnSpc>
              <a:spcPct val="90000"/>
            </a:lnSpc>
            <a:spcBef>
              <a:spcPct val="0"/>
            </a:spcBef>
            <a:spcAft>
              <a:spcPct val="35000"/>
            </a:spcAft>
            <a:buNone/>
          </a:pPr>
          <a:r>
            <a:rPr lang="en-GB" sz="1600" b="1" kern="1200"/>
            <a:t>Learning Outcomes: </a:t>
          </a:r>
          <a:endParaRPr lang="en-US" sz="1600" kern="1200"/>
        </a:p>
      </dsp:txBody>
      <dsp:txXfrm>
        <a:off x="696242" y="717"/>
        <a:ext cx="5605358" cy="602807"/>
      </dsp:txXfrm>
    </dsp:sp>
    <dsp:sp modelId="{DBF56DB8-CC1D-44A6-9307-FFD389315EA2}">
      <dsp:nvSpPr>
        <dsp:cNvPr id="0" name=""/>
        <dsp:cNvSpPr/>
      </dsp:nvSpPr>
      <dsp:spPr>
        <a:xfrm>
          <a:off x="0" y="754227"/>
          <a:ext cx="6301601" cy="60280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E6F9D9F-FCAF-40B5-A970-A0F9326CE90A}">
      <dsp:nvSpPr>
        <dsp:cNvPr id="0" name=""/>
        <dsp:cNvSpPr/>
      </dsp:nvSpPr>
      <dsp:spPr>
        <a:xfrm>
          <a:off x="182349" y="889858"/>
          <a:ext cx="331544" cy="33154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D775365-44B0-4881-A3B3-FEB745D2A4EA}">
      <dsp:nvSpPr>
        <dsp:cNvPr id="0" name=""/>
        <dsp:cNvSpPr/>
      </dsp:nvSpPr>
      <dsp:spPr>
        <a:xfrm>
          <a:off x="696242" y="754227"/>
          <a:ext cx="5605358" cy="6028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797" tIns="63797" rIns="63797" bIns="63797" numCol="1" spcCol="1270" anchor="ctr" anchorCtr="0">
          <a:noAutofit/>
        </a:bodyPr>
        <a:lstStyle/>
        <a:p>
          <a:pPr marL="0" lvl="0" indent="0" algn="l" defTabSz="711200">
            <a:lnSpc>
              <a:spcPct val="90000"/>
            </a:lnSpc>
            <a:spcBef>
              <a:spcPct val="0"/>
            </a:spcBef>
            <a:spcAft>
              <a:spcPct val="35000"/>
            </a:spcAft>
            <a:buNone/>
          </a:pPr>
          <a:r>
            <a:rPr lang="en-GB" sz="1600" kern="1200"/>
            <a:t>Researchers would be able to recognize Journal’s Basic Policies of Data Sharing</a:t>
          </a:r>
          <a:endParaRPr lang="en-US" sz="1600" kern="1200"/>
        </a:p>
      </dsp:txBody>
      <dsp:txXfrm>
        <a:off x="696242" y="754227"/>
        <a:ext cx="5605358" cy="602807"/>
      </dsp:txXfrm>
    </dsp:sp>
    <dsp:sp modelId="{57E4DE79-CB58-408D-BD72-63754E0054E3}">
      <dsp:nvSpPr>
        <dsp:cNvPr id="0" name=""/>
        <dsp:cNvSpPr/>
      </dsp:nvSpPr>
      <dsp:spPr>
        <a:xfrm>
          <a:off x="0" y="1507736"/>
          <a:ext cx="6301601" cy="60280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5A79E85-CBE4-4520-81B2-CADFF22608A0}">
      <dsp:nvSpPr>
        <dsp:cNvPr id="0" name=""/>
        <dsp:cNvSpPr/>
      </dsp:nvSpPr>
      <dsp:spPr>
        <a:xfrm>
          <a:off x="182349" y="1643368"/>
          <a:ext cx="331544" cy="33154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BC91EC7-E768-40DE-9E29-05E13399D0CE}">
      <dsp:nvSpPr>
        <dsp:cNvPr id="0" name=""/>
        <dsp:cNvSpPr/>
      </dsp:nvSpPr>
      <dsp:spPr>
        <a:xfrm>
          <a:off x="696242" y="1507736"/>
          <a:ext cx="5605358" cy="6028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797" tIns="63797" rIns="63797" bIns="63797" numCol="1" spcCol="1270" anchor="ctr" anchorCtr="0">
          <a:noAutofit/>
        </a:bodyPr>
        <a:lstStyle/>
        <a:p>
          <a:pPr marL="0" lvl="0" indent="0" algn="l" defTabSz="711200">
            <a:lnSpc>
              <a:spcPct val="90000"/>
            </a:lnSpc>
            <a:spcBef>
              <a:spcPct val="0"/>
            </a:spcBef>
            <a:spcAft>
              <a:spcPct val="35000"/>
            </a:spcAft>
            <a:buNone/>
          </a:pPr>
          <a:r>
            <a:rPr lang="en-GB" sz="1600" kern="1200"/>
            <a:t>Researchers would be able to choose a repository/place to register their data or meta-data </a:t>
          </a:r>
          <a:endParaRPr lang="en-US" sz="1600" kern="1200"/>
        </a:p>
      </dsp:txBody>
      <dsp:txXfrm>
        <a:off x="696242" y="1507736"/>
        <a:ext cx="5605358" cy="602807"/>
      </dsp:txXfrm>
    </dsp:sp>
    <dsp:sp modelId="{487006CC-118E-4402-A193-6E83037CA22F}">
      <dsp:nvSpPr>
        <dsp:cNvPr id="0" name=""/>
        <dsp:cNvSpPr/>
      </dsp:nvSpPr>
      <dsp:spPr>
        <a:xfrm>
          <a:off x="0" y="2261245"/>
          <a:ext cx="6301601" cy="60280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71C360-09F1-4998-B5D7-8628EA530BC9}">
      <dsp:nvSpPr>
        <dsp:cNvPr id="0" name=""/>
        <dsp:cNvSpPr/>
      </dsp:nvSpPr>
      <dsp:spPr>
        <a:xfrm>
          <a:off x="182349" y="2396877"/>
          <a:ext cx="331544" cy="33154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136DAE3-C4F4-491E-BB52-625A8CCD3180}">
      <dsp:nvSpPr>
        <dsp:cNvPr id="0" name=""/>
        <dsp:cNvSpPr/>
      </dsp:nvSpPr>
      <dsp:spPr>
        <a:xfrm>
          <a:off x="696242" y="2261245"/>
          <a:ext cx="5605358" cy="6028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797" tIns="63797" rIns="63797" bIns="63797" numCol="1" spcCol="1270" anchor="ctr" anchorCtr="0">
          <a:noAutofit/>
        </a:bodyPr>
        <a:lstStyle/>
        <a:p>
          <a:pPr marL="0" lvl="0" indent="0" algn="l" defTabSz="711200">
            <a:lnSpc>
              <a:spcPct val="90000"/>
            </a:lnSpc>
            <a:spcBef>
              <a:spcPct val="0"/>
            </a:spcBef>
            <a:spcAft>
              <a:spcPct val="35000"/>
            </a:spcAft>
            <a:buNone/>
          </a:pPr>
          <a:r>
            <a:rPr lang="en-GB" sz="1600" kern="1200"/>
            <a:t>Researchers would be able to identify who to contact to begin the process of following Journal’s Data Sharing Policies </a:t>
          </a:r>
          <a:endParaRPr lang="en-US" sz="1600" kern="1200"/>
        </a:p>
      </dsp:txBody>
      <dsp:txXfrm>
        <a:off x="696242" y="2261245"/>
        <a:ext cx="5605358" cy="602807"/>
      </dsp:txXfrm>
    </dsp:sp>
    <dsp:sp modelId="{76441FA6-4387-44E8-B090-B6B1E893EAFF}">
      <dsp:nvSpPr>
        <dsp:cNvPr id="0" name=""/>
        <dsp:cNvSpPr/>
      </dsp:nvSpPr>
      <dsp:spPr>
        <a:xfrm>
          <a:off x="0" y="3014755"/>
          <a:ext cx="6301601" cy="60280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3B2ED1-56D3-4F91-BE63-CF1D607CD80E}">
      <dsp:nvSpPr>
        <dsp:cNvPr id="0" name=""/>
        <dsp:cNvSpPr/>
      </dsp:nvSpPr>
      <dsp:spPr>
        <a:xfrm>
          <a:off x="182349" y="3150387"/>
          <a:ext cx="331544" cy="33154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A351DD1-E8B1-44D7-A6C3-836C60DF589D}">
      <dsp:nvSpPr>
        <dsp:cNvPr id="0" name=""/>
        <dsp:cNvSpPr/>
      </dsp:nvSpPr>
      <dsp:spPr>
        <a:xfrm>
          <a:off x="696242" y="3014755"/>
          <a:ext cx="5605358" cy="6028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797" tIns="63797" rIns="63797" bIns="63797" numCol="1" spcCol="1270" anchor="ctr" anchorCtr="0">
          <a:noAutofit/>
        </a:bodyPr>
        <a:lstStyle/>
        <a:p>
          <a:pPr marL="0" lvl="0" indent="0" algn="l" defTabSz="711200">
            <a:lnSpc>
              <a:spcPct val="90000"/>
            </a:lnSpc>
            <a:spcBef>
              <a:spcPct val="0"/>
            </a:spcBef>
            <a:spcAft>
              <a:spcPct val="35000"/>
            </a:spcAft>
            <a:buNone/>
          </a:pPr>
          <a:r>
            <a:rPr lang="en-GB" sz="1600" b="1" kern="1200"/>
            <a:t>Audience: </a:t>
          </a:r>
          <a:endParaRPr lang="en-US" sz="1600" kern="1200"/>
        </a:p>
      </dsp:txBody>
      <dsp:txXfrm>
        <a:off x="696242" y="3014755"/>
        <a:ext cx="5605358" cy="602807"/>
      </dsp:txXfrm>
    </dsp:sp>
    <dsp:sp modelId="{47E5C6A5-6F51-4FF2-9C31-9D9C4FD16611}">
      <dsp:nvSpPr>
        <dsp:cNvPr id="0" name=""/>
        <dsp:cNvSpPr/>
      </dsp:nvSpPr>
      <dsp:spPr>
        <a:xfrm>
          <a:off x="0" y="3768264"/>
          <a:ext cx="6301601" cy="60280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12F217-07D0-4270-92CF-58D6A7E48B69}">
      <dsp:nvSpPr>
        <dsp:cNvPr id="0" name=""/>
        <dsp:cNvSpPr/>
      </dsp:nvSpPr>
      <dsp:spPr>
        <a:xfrm>
          <a:off x="182349" y="3903896"/>
          <a:ext cx="331544" cy="331544"/>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18D17B9-CCF9-4DAF-A84B-2DEF9DE4725A}">
      <dsp:nvSpPr>
        <dsp:cNvPr id="0" name=""/>
        <dsp:cNvSpPr/>
      </dsp:nvSpPr>
      <dsp:spPr>
        <a:xfrm>
          <a:off x="696242" y="3768264"/>
          <a:ext cx="5605358" cy="6028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797" tIns="63797" rIns="63797" bIns="63797" numCol="1" spcCol="1270" anchor="ctr" anchorCtr="0">
          <a:noAutofit/>
        </a:bodyPr>
        <a:lstStyle/>
        <a:p>
          <a:pPr marL="0" lvl="0" indent="0" algn="l" defTabSz="711200">
            <a:lnSpc>
              <a:spcPct val="90000"/>
            </a:lnSpc>
            <a:spcBef>
              <a:spcPct val="0"/>
            </a:spcBef>
            <a:spcAft>
              <a:spcPct val="35000"/>
            </a:spcAft>
            <a:buNone/>
          </a:pPr>
          <a:r>
            <a:rPr lang="en-GB" sz="1600" kern="1200"/>
            <a:t>Researchers</a:t>
          </a:r>
          <a:endParaRPr lang="en-US" sz="1600" kern="1200"/>
        </a:p>
      </dsp:txBody>
      <dsp:txXfrm>
        <a:off x="696242" y="3768264"/>
        <a:ext cx="5605358" cy="602807"/>
      </dsp:txXfrm>
    </dsp:sp>
    <dsp:sp modelId="{C17ECEC9-9116-4EC1-87AB-116CE125838E}">
      <dsp:nvSpPr>
        <dsp:cNvPr id="0" name=""/>
        <dsp:cNvSpPr/>
      </dsp:nvSpPr>
      <dsp:spPr>
        <a:xfrm>
          <a:off x="0" y="4521774"/>
          <a:ext cx="6301601" cy="60280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63187B7-E194-43EA-BC06-1A2F2098869E}">
      <dsp:nvSpPr>
        <dsp:cNvPr id="0" name=""/>
        <dsp:cNvSpPr/>
      </dsp:nvSpPr>
      <dsp:spPr>
        <a:xfrm>
          <a:off x="182349" y="4657406"/>
          <a:ext cx="331544" cy="331544"/>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9E94023-2CBE-4148-88FB-663B5FBDB56C}">
      <dsp:nvSpPr>
        <dsp:cNvPr id="0" name=""/>
        <dsp:cNvSpPr/>
      </dsp:nvSpPr>
      <dsp:spPr>
        <a:xfrm>
          <a:off x="696242" y="4521774"/>
          <a:ext cx="5605358" cy="6028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797" tIns="63797" rIns="63797" bIns="63797" numCol="1" spcCol="1270" anchor="ctr" anchorCtr="0">
          <a:noAutofit/>
        </a:bodyPr>
        <a:lstStyle/>
        <a:p>
          <a:pPr marL="0" lvl="0" indent="0" algn="l" defTabSz="711200">
            <a:lnSpc>
              <a:spcPct val="90000"/>
            </a:lnSpc>
            <a:spcBef>
              <a:spcPct val="0"/>
            </a:spcBef>
            <a:spcAft>
              <a:spcPct val="35000"/>
            </a:spcAft>
            <a:buNone/>
          </a:pPr>
          <a:r>
            <a:rPr lang="en-GB" sz="1600" kern="1200"/>
            <a:t>Data Stewards </a:t>
          </a:r>
          <a:endParaRPr lang="en-US" sz="1600" kern="1200"/>
        </a:p>
      </dsp:txBody>
      <dsp:txXfrm>
        <a:off x="696242" y="4521774"/>
        <a:ext cx="5605358" cy="602807"/>
      </dsp:txXfrm>
    </dsp:sp>
    <dsp:sp modelId="{D08A8D03-1558-41FB-AEAE-943D03BC1CB9}">
      <dsp:nvSpPr>
        <dsp:cNvPr id="0" name=""/>
        <dsp:cNvSpPr/>
      </dsp:nvSpPr>
      <dsp:spPr>
        <a:xfrm>
          <a:off x="0" y="5275283"/>
          <a:ext cx="6301601" cy="60280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6556E70-7823-4BE4-A153-E7E95B058C62}">
      <dsp:nvSpPr>
        <dsp:cNvPr id="0" name=""/>
        <dsp:cNvSpPr/>
      </dsp:nvSpPr>
      <dsp:spPr>
        <a:xfrm>
          <a:off x="182349" y="5410915"/>
          <a:ext cx="331544" cy="331544"/>
        </a:xfrm>
        <a:prstGeom prst="rect">
          <a:avLst/>
        </a:prstGeom>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E27E6A5-F04F-4FEF-B872-1D9502F412E1}">
      <dsp:nvSpPr>
        <dsp:cNvPr id="0" name=""/>
        <dsp:cNvSpPr/>
      </dsp:nvSpPr>
      <dsp:spPr>
        <a:xfrm>
          <a:off x="696242" y="5275283"/>
          <a:ext cx="5605358" cy="6028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797" tIns="63797" rIns="63797" bIns="63797" numCol="1" spcCol="1270" anchor="ctr" anchorCtr="0">
          <a:noAutofit/>
        </a:bodyPr>
        <a:lstStyle/>
        <a:p>
          <a:pPr marL="0" lvl="0" indent="0" algn="l" defTabSz="711200">
            <a:lnSpc>
              <a:spcPct val="90000"/>
            </a:lnSpc>
            <a:spcBef>
              <a:spcPct val="0"/>
            </a:spcBef>
            <a:spcAft>
              <a:spcPct val="35000"/>
            </a:spcAft>
            <a:buNone/>
          </a:pPr>
          <a:r>
            <a:rPr lang="en-GB" sz="1600" kern="1200"/>
            <a:t>Data Professionals </a:t>
          </a:r>
          <a:endParaRPr lang="en-US" sz="1600" kern="1200"/>
        </a:p>
      </dsp:txBody>
      <dsp:txXfrm>
        <a:off x="696242" y="5275283"/>
        <a:ext cx="5605358" cy="60280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C0BF0D-A2A3-4A9A-B325-4C8A74C7C52A}">
      <dsp:nvSpPr>
        <dsp:cNvPr id="0" name=""/>
        <dsp:cNvSpPr/>
      </dsp:nvSpPr>
      <dsp:spPr>
        <a:xfrm>
          <a:off x="205509" y="1640565"/>
          <a:ext cx="911674" cy="911674"/>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ED45E88-DF02-418B-A063-52AF16E4C026}">
      <dsp:nvSpPr>
        <dsp:cNvPr id="0" name=""/>
        <dsp:cNvSpPr/>
      </dsp:nvSpPr>
      <dsp:spPr>
        <a:xfrm>
          <a:off x="396960" y="1832017"/>
          <a:ext cx="528770" cy="52877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005CBC6-2DB4-4E8C-97CC-0F2DA8C68184}">
      <dsp:nvSpPr>
        <dsp:cNvPr id="0" name=""/>
        <dsp:cNvSpPr/>
      </dsp:nvSpPr>
      <dsp:spPr>
        <a:xfrm>
          <a:off x="1312541" y="1640565"/>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pPr>
          <a:r>
            <a:rPr lang="en-GB" sz="1200" b="1" kern="1200"/>
            <a:t>Write a Data Availability Statement</a:t>
          </a:r>
          <a:r>
            <a:rPr lang="en-GB" sz="1200" kern="1200"/>
            <a:t>: A document that describes the data's location, the accesibility of it, and the restrictions </a:t>
          </a:r>
          <a:endParaRPr lang="en-US" sz="1200" kern="1200"/>
        </a:p>
      </dsp:txBody>
      <dsp:txXfrm>
        <a:off x="1312541" y="1640565"/>
        <a:ext cx="2148945" cy="911674"/>
      </dsp:txXfrm>
    </dsp:sp>
    <dsp:sp modelId="{C9DDEDE7-9D02-412A-ADC5-0A7FFDEE5A3B}">
      <dsp:nvSpPr>
        <dsp:cNvPr id="0" name=""/>
        <dsp:cNvSpPr/>
      </dsp:nvSpPr>
      <dsp:spPr>
        <a:xfrm>
          <a:off x="3835925" y="1640565"/>
          <a:ext cx="911674" cy="911674"/>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4C4170-4A25-4E83-BBD2-E4819C5EABFD}">
      <dsp:nvSpPr>
        <dsp:cNvPr id="0" name=""/>
        <dsp:cNvSpPr/>
      </dsp:nvSpPr>
      <dsp:spPr>
        <a:xfrm>
          <a:off x="4027376" y="1832017"/>
          <a:ext cx="528770" cy="52877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DC7A09-1621-4948-B187-257C0336EF6C}">
      <dsp:nvSpPr>
        <dsp:cNvPr id="0" name=""/>
        <dsp:cNvSpPr/>
      </dsp:nvSpPr>
      <dsp:spPr>
        <a:xfrm>
          <a:off x="4942957" y="1640565"/>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pPr>
          <a:r>
            <a:rPr lang="en-GB" sz="1200" b="1" kern="1200"/>
            <a:t>Make data available in a repository of choice:</a:t>
          </a:r>
          <a:r>
            <a:rPr lang="en-GB" sz="1200" kern="1200"/>
            <a:t> This means making the data or meta-data available in a repository with the help of a Data Steward </a:t>
          </a:r>
          <a:endParaRPr lang="en-US" sz="1200" kern="1200"/>
        </a:p>
      </dsp:txBody>
      <dsp:txXfrm>
        <a:off x="4942957" y="1640565"/>
        <a:ext cx="2148945" cy="911674"/>
      </dsp:txXfrm>
    </dsp:sp>
    <dsp:sp modelId="{C8B311A8-EFC5-4706-9F9C-741768CDBE87}">
      <dsp:nvSpPr>
        <dsp:cNvPr id="0" name=""/>
        <dsp:cNvSpPr/>
      </dsp:nvSpPr>
      <dsp:spPr>
        <a:xfrm>
          <a:off x="7466341" y="1640565"/>
          <a:ext cx="911674" cy="911674"/>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8F75E8-81D4-4825-8FAC-5E4648444448}">
      <dsp:nvSpPr>
        <dsp:cNvPr id="0" name=""/>
        <dsp:cNvSpPr/>
      </dsp:nvSpPr>
      <dsp:spPr>
        <a:xfrm>
          <a:off x="7657792" y="1832017"/>
          <a:ext cx="528770" cy="52877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66DE24C-1A93-40EA-9607-E2CA2CA0B081}">
      <dsp:nvSpPr>
        <dsp:cNvPr id="0" name=""/>
        <dsp:cNvSpPr/>
      </dsp:nvSpPr>
      <dsp:spPr>
        <a:xfrm>
          <a:off x="8573374" y="1640565"/>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pPr>
          <a:r>
            <a:rPr lang="en-GB" sz="1200" kern="1200"/>
            <a:t>Making both of these efforts is possible by contacting the Data Steward of your Faculty </a:t>
          </a:r>
          <a:endParaRPr lang="en-US" sz="1200" kern="1200"/>
        </a:p>
      </dsp:txBody>
      <dsp:txXfrm>
        <a:off x="8573374" y="1640565"/>
        <a:ext cx="2148945" cy="91167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D78DB0-4022-4CA9-94A0-CA9F19EF6063}">
      <dsp:nvSpPr>
        <dsp:cNvPr id="0" name=""/>
        <dsp:cNvSpPr/>
      </dsp:nvSpPr>
      <dsp:spPr>
        <a:xfrm>
          <a:off x="947201" y="818755"/>
          <a:ext cx="1451800" cy="14518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990A9EB-00B0-4630-AB33-6695E5421A8F}">
      <dsp:nvSpPr>
        <dsp:cNvPr id="0" name=""/>
        <dsp:cNvSpPr/>
      </dsp:nvSpPr>
      <dsp:spPr>
        <a:xfrm>
          <a:off x="59990"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GB" sz="1700" kern="1200"/>
            <a:t>Draft an availability statement using the examples provided (template would be available)</a:t>
          </a:r>
          <a:endParaRPr lang="en-US" sz="1700" kern="1200"/>
        </a:p>
      </dsp:txBody>
      <dsp:txXfrm>
        <a:off x="59990" y="2654049"/>
        <a:ext cx="3226223" cy="720000"/>
      </dsp:txXfrm>
    </dsp:sp>
    <dsp:sp modelId="{EFF167CE-E5A5-48F8-AA56-40D1EE8CA205}">
      <dsp:nvSpPr>
        <dsp:cNvPr id="0" name=""/>
        <dsp:cNvSpPr/>
      </dsp:nvSpPr>
      <dsp:spPr>
        <a:xfrm>
          <a:off x="4738014" y="818755"/>
          <a:ext cx="1451800" cy="14518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E4A642-AFF0-46BF-92A7-58EB845F03D9}">
      <dsp:nvSpPr>
        <dsp:cNvPr id="0" name=""/>
        <dsp:cNvSpPr/>
      </dsp:nvSpPr>
      <dsp:spPr>
        <a:xfrm>
          <a:off x="3850802"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GB" sz="1700" kern="1200"/>
            <a:t>Explore our local repository: DataverseNL to look at examples</a:t>
          </a:r>
          <a:endParaRPr lang="en-US" sz="1700" kern="1200"/>
        </a:p>
      </dsp:txBody>
      <dsp:txXfrm>
        <a:off x="3850802" y="2654049"/>
        <a:ext cx="3226223" cy="720000"/>
      </dsp:txXfrm>
    </dsp:sp>
    <dsp:sp modelId="{FAC989E2-2C2F-4298-B569-4762995E4C32}">
      <dsp:nvSpPr>
        <dsp:cNvPr id="0" name=""/>
        <dsp:cNvSpPr/>
      </dsp:nvSpPr>
      <dsp:spPr>
        <a:xfrm>
          <a:off x="8528826" y="818755"/>
          <a:ext cx="1451800" cy="14518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480264B-BD28-4313-91CE-9AA5CA422336}">
      <dsp:nvSpPr>
        <dsp:cNvPr id="0" name=""/>
        <dsp:cNvSpPr/>
      </dsp:nvSpPr>
      <dsp:spPr>
        <a:xfrm>
          <a:off x="7641615"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GB" sz="1700" kern="1200"/>
            <a:t>Contact your Data Steward to finalize the process </a:t>
          </a:r>
          <a:endParaRPr lang="en-US" sz="1700" kern="1200"/>
        </a:p>
      </dsp:txBody>
      <dsp:txXfrm>
        <a:off x="7641615" y="2654049"/>
        <a:ext cx="3226223"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3ECB6A-5CB2-459C-A6B2-21DE6207F3C8}" type="datetimeFigureOut">
              <a:t>21-10-2025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B47EC9-4D2E-4D12-ABCF-B618F60389F2}" type="slidenum">
              <a:t>‹#›</a:t>
            </a:fld>
            <a:endParaRPr lang="en-GB"/>
          </a:p>
        </p:txBody>
      </p:sp>
    </p:spTree>
    <p:extLst>
      <p:ext uri="{BB962C8B-B14F-4D97-AF65-F5344CB8AC3E}">
        <p14:creationId xmlns:p14="http://schemas.microsoft.com/office/powerpoint/2010/main" val="1647288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Calibri"/>
              <a:buChar char="-"/>
            </a:pPr>
            <a:r>
              <a:rPr lang="en-US" dirty="0">
                <a:ea typeface="Calibri"/>
                <a:cs typeface="Calibri"/>
              </a:rPr>
              <a:t>This slide is an introductory slide, where the researcher is confronted with the need of taking into account Journal Data Policies. This first slide should give out the context of it. </a:t>
            </a:r>
          </a:p>
        </p:txBody>
      </p:sp>
      <p:sp>
        <p:nvSpPr>
          <p:cNvPr id="4" name="Slide Number Placeholder 3"/>
          <p:cNvSpPr>
            <a:spLocks noGrp="1"/>
          </p:cNvSpPr>
          <p:nvPr>
            <p:ph type="sldNum" sz="quarter" idx="5"/>
          </p:nvPr>
        </p:nvSpPr>
        <p:spPr/>
        <p:txBody>
          <a:bodyPr/>
          <a:lstStyle/>
          <a:p>
            <a:fld id="{4DB47EC9-4D2E-4D12-ABCF-B618F60389F2}" type="slidenum">
              <a:t>1</a:t>
            </a:fld>
            <a:endParaRPr lang="en-GB"/>
          </a:p>
        </p:txBody>
      </p:sp>
    </p:spTree>
    <p:extLst>
      <p:ext uri="{BB962C8B-B14F-4D97-AF65-F5344CB8AC3E}">
        <p14:creationId xmlns:p14="http://schemas.microsoft.com/office/powerpoint/2010/main" val="22114519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21/10/2025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21/10/2025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21/10/2025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21/10/2025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21/10/2025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21/10/2025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21/10/2025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21/10/2025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21/10/2025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21/10/2025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21/10/2025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21/10/2025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m.vivasromero@maastrichtuniversity.nl"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89B7BFD-8F45-4093-AD9C-91B15B050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042BC7E5-76DB-4826-8C07-4A49B6353F7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479558"/>
            <a:ext cx="1861854" cy="717514"/>
            <a:chOff x="0" y="1479558"/>
            <a:chExt cx="1861854" cy="717514"/>
          </a:xfrm>
          <a:solidFill>
            <a:schemeClr val="bg1"/>
          </a:solidFill>
        </p:grpSpPr>
        <p:sp>
          <p:nvSpPr>
            <p:cNvPr id="11" name="Freeform: Shape 10">
              <a:extLst>
                <a:ext uri="{FF2B5EF4-FFF2-40B4-BE49-F238E27FC236}">
                  <a16:creationId xmlns:a16="http://schemas.microsoft.com/office/drawing/2014/main" id="{E16C8D8F-10E9-4498-ABDB-0F923F8B6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47955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12" name="Freeform: Shape 11">
              <a:extLst>
                <a:ext uri="{FF2B5EF4-FFF2-40B4-BE49-F238E27FC236}">
                  <a16:creationId xmlns:a16="http://schemas.microsoft.com/office/drawing/2014/main" id="{1E5A83E3-8A11-4492-BB6E-F5F2240316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9192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a:p>
          </p:txBody>
        </p:sp>
      </p:grpSp>
      <p:sp>
        <p:nvSpPr>
          <p:cNvPr id="14" name="Freeform: Shape 13">
            <a:extLst>
              <a:ext uri="{FF2B5EF4-FFF2-40B4-BE49-F238E27FC236}">
                <a16:creationId xmlns:a16="http://schemas.microsoft.com/office/drawing/2014/main" id="{498F8FF6-43B4-494A-AF8F-123A4983E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18992" y="-34538"/>
            <a:ext cx="6655405" cy="6335470"/>
          </a:xfrm>
          <a:custGeom>
            <a:avLst/>
            <a:gdLst>
              <a:gd name="connsiteX0" fmla="*/ 1825048 w 6355652"/>
              <a:gd name="connsiteY0" fmla="*/ 0 h 6050127"/>
              <a:gd name="connsiteX1" fmla="*/ 4530604 w 6355652"/>
              <a:gd name="connsiteY1" fmla="*/ 0 h 6050127"/>
              <a:gd name="connsiteX2" fmla="*/ 4692567 w 6355652"/>
              <a:gd name="connsiteY2" fmla="*/ 78022 h 6050127"/>
              <a:gd name="connsiteX3" fmla="*/ 6355652 w 6355652"/>
              <a:gd name="connsiteY3" fmla="*/ 2872301 h 6050127"/>
              <a:gd name="connsiteX4" fmla="*/ 3177826 w 6355652"/>
              <a:gd name="connsiteY4" fmla="*/ 6050127 h 6050127"/>
              <a:gd name="connsiteX5" fmla="*/ 0 w 6355652"/>
              <a:gd name="connsiteY5" fmla="*/ 2872301 h 6050127"/>
              <a:gd name="connsiteX6" fmla="*/ 1663086 w 6355652"/>
              <a:gd name="connsiteY6" fmla="*/ 78022 h 60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6050127">
                <a:moveTo>
                  <a:pt x="1825048" y="0"/>
                </a:moveTo>
                <a:lnTo>
                  <a:pt x="4530604" y="0"/>
                </a:lnTo>
                <a:lnTo>
                  <a:pt x="4692567" y="78022"/>
                </a:lnTo>
                <a:cubicBezTo>
                  <a:pt x="5683175" y="616152"/>
                  <a:pt x="6355652" y="1665694"/>
                  <a:pt x="6355652" y="2872301"/>
                </a:cubicBezTo>
                <a:cubicBezTo>
                  <a:pt x="6355652" y="4627366"/>
                  <a:pt x="4932891" y="6050127"/>
                  <a:pt x="3177826" y="6050127"/>
                </a:cubicBezTo>
                <a:cubicBezTo>
                  <a:pt x="1422761" y="6050127"/>
                  <a:pt x="0" y="4627366"/>
                  <a:pt x="0" y="2872301"/>
                </a:cubicBezTo>
                <a:cubicBezTo>
                  <a:pt x="0" y="1665694"/>
                  <a:pt x="672477" y="616152"/>
                  <a:pt x="1663086" y="78022"/>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B06059C-C357-4011-82B9-9C01063013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5194" y="-23905"/>
            <a:ext cx="6705251" cy="6318526"/>
          </a:xfrm>
          <a:custGeom>
            <a:avLst/>
            <a:gdLst>
              <a:gd name="connsiteX0" fmla="*/ 1825048 w 6355652"/>
              <a:gd name="connsiteY0" fmla="*/ 0 h 6050127"/>
              <a:gd name="connsiteX1" fmla="*/ 4530604 w 6355652"/>
              <a:gd name="connsiteY1" fmla="*/ 0 h 6050127"/>
              <a:gd name="connsiteX2" fmla="*/ 4692567 w 6355652"/>
              <a:gd name="connsiteY2" fmla="*/ 78022 h 6050127"/>
              <a:gd name="connsiteX3" fmla="*/ 6355652 w 6355652"/>
              <a:gd name="connsiteY3" fmla="*/ 2872301 h 6050127"/>
              <a:gd name="connsiteX4" fmla="*/ 3177826 w 6355652"/>
              <a:gd name="connsiteY4" fmla="*/ 6050127 h 6050127"/>
              <a:gd name="connsiteX5" fmla="*/ 0 w 6355652"/>
              <a:gd name="connsiteY5" fmla="*/ 2872301 h 6050127"/>
              <a:gd name="connsiteX6" fmla="*/ 1663086 w 6355652"/>
              <a:gd name="connsiteY6" fmla="*/ 78022 h 60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6050127">
                <a:moveTo>
                  <a:pt x="1825048" y="0"/>
                </a:moveTo>
                <a:lnTo>
                  <a:pt x="4530604" y="0"/>
                </a:lnTo>
                <a:lnTo>
                  <a:pt x="4692567" y="78022"/>
                </a:lnTo>
                <a:cubicBezTo>
                  <a:pt x="5683175" y="616152"/>
                  <a:pt x="6355652" y="1665694"/>
                  <a:pt x="6355652" y="2872301"/>
                </a:cubicBezTo>
                <a:cubicBezTo>
                  <a:pt x="6355652" y="4627366"/>
                  <a:pt x="4932891" y="6050127"/>
                  <a:pt x="3177826" y="6050127"/>
                </a:cubicBezTo>
                <a:cubicBezTo>
                  <a:pt x="1422761" y="6050127"/>
                  <a:pt x="0" y="4627366"/>
                  <a:pt x="0" y="2872301"/>
                </a:cubicBezTo>
                <a:cubicBezTo>
                  <a:pt x="0" y="1665694"/>
                  <a:pt x="672477" y="616152"/>
                  <a:pt x="1663086" y="78022"/>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5AFEC601-A132-47EE-B0C2-B38ACD9FC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86886" y="-23905"/>
            <a:ext cx="6705251" cy="6215019"/>
          </a:xfrm>
          <a:custGeom>
            <a:avLst/>
            <a:gdLst>
              <a:gd name="connsiteX0" fmla="*/ 1529549 w 6355652"/>
              <a:gd name="connsiteY0" fmla="*/ 0 h 5890980"/>
              <a:gd name="connsiteX1" fmla="*/ 4826104 w 6355652"/>
              <a:gd name="connsiteY1" fmla="*/ 0 h 5890980"/>
              <a:gd name="connsiteX2" fmla="*/ 4954579 w 6355652"/>
              <a:gd name="connsiteY2" fmla="*/ 78051 h 5890980"/>
              <a:gd name="connsiteX3" fmla="*/ 6355652 w 6355652"/>
              <a:gd name="connsiteY3" fmla="*/ 2713154 h 5890980"/>
              <a:gd name="connsiteX4" fmla="*/ 3177826 w 6355652"/>
              <a:gd name="connsiteY4" fmla="*/ 5890980 h 5890980"/>
              <a:gd name="connsiteX5" fmla="*/ 0 w 6355652"/>
              <a:gd name="connsiteY5" fmla="*/ 2713154 h 5890980"/>
              <a:gd name="connsiteX6" fmla="*/ 1401073 w 6355652"/>
              <a:gd name="connsiteY6" fmla="*/ 78051 h 5890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5890980">
                <a:moveTo>
                  <a:pt x="1529549" y="0"/>
                </a:moveTo>
                <a:lnTo>
                  <a:pt x="4826104" y="0"/>
                </a:lnTo>
                <a:lnTo>
                  <a:pt x="4954579" y="78051"/>
                </a:lnTo>
                <a:cubicBezTo>
                  <a:pt x="5799886" y="649129"/>
                  <a:pt x="6355652" y="1616239"/>
                  <a:pt x="6355652" y="2713154"/>
                </a:cubicBezTo>
                <a:cubicBezTo>
                  <a:pt x="6355652" y="4468219"/>
                  <a:pt x="4932891" y="5890980"/>
                  <a:pt x="3177826" y="5890980"/>
                </a:cubicBezTo>
                <a:cubicBezTo>
                  <a:pt x="1422761" y="5890980"/>
                  <a:pt x="0" y="4468219"/>
                  <a:pt x="0" y="2713154"/>
                </a:cubicBezTo>
                <a:cubicBezTo>
                  <a:pt x="0" y="1616239"/>
                  <a:pt x="555766" y="649129"/>
                  <a:pt x="1401073" y="78051"/>
                </a:cubicBezTo>
                <a:close/>
              </a:path>
            </a:pathLst>
          </a:cu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2242409" y="895483"/>
            <a:ext cx="5786232" cy="3011190"/>
          </a:xfrm>
        </p:spPr>
        <p:txBody>
          <a:bodyPr>
            <a:normAutofit/>
          </a:bodyPr>
          <a:lstStyle/>
          <a:p>
            <a:r>
              <a:rPr lang="en-GB" sz="4200">
                <a:solidFill>
                  <a:schemeClr val="bg1"/>
                </a:solidFill>
                <a:ea typeface="+mj-lt"/>
                <a:cs typeface="+mj-lt"/>
              </a:rPr>
              <a:t>Researchers would manage to recognize the basic standards of Journals to Data Sharing Policies </a:t>
            </a:r>
            <a:endParaRPr lang="en-US" sz="4200">
              <a:solidFill>
                <a:schemeClr val="bg1"/>
              </a:solidFill>
            </a:endParaRPr>
          </a:p>
        </p:txBody>
      </p:sp>
      <p:sp>
        <p:nvSpPr>
          <p:cNvPr id="3" name="Subtitle 2"/>
          <p:cNvSpPr>
            <a:spLocks noGrp="1"/>
          </p:cNvSpPr>
          <p:nvPr>
            <p:ph type="subTitle" idx="1"/>
          </p:nvPr>
        </p:nvSpPr>
        <p:spPr>
          <a:xfrm>
            <a:off x="2466270" y="4142096"/>
            <a:ext cx="5338511" cy="1055142"/>
          </a:xfrm>
        </p:spPr>
        <p:txBody>
          <a:bodyPr vert="horz" lIns="91440" tIns="45720" rIns="91440" bIns="45720" rtlCol="0">
            <a:normAutofit fontScale="92500" lnSpcReduction="10000"/>
          </a:bodyPr>
          <a:lstStyle/>
          <a:p>
            <a:r>
              <a:rPr lang="en-GB" sz="2000" dirty="0">
                <a:solidFill>
                  <a:schemeClr val="bg1"/>
                </a:solidFill>
              </a:rPr>
              <a:t>Maria Vivas-Romero</a:t>
            </a:r>
          </a:p>
          <a:p>
            <a:r>
              <a:rPr lang="en-GB" sz="2000" dirty="0">
                <a:solidFill>
                  <a:schemeClr val="bg1"/>
                </a:solidFill>
              </a:rPr>
              <a:t>Data Steward </a:t>
            </a:r>
          </a:p>
          <a:p>
            <a:r>
              <a:rPr lang="en-GB" sz="2000" dirty="0" err="1">
                <a:solidFill>
                  <a:schemeClr val="bg1"/>
                </a:solidFill>
                <a:hlinkClick r:id="rId3"/>
              </a:rPr>
              <a:t>m.vivasromero@</a:t>
            </a:r>
            <a:r>
              <a:rPr lang="en-GB" sz="2000" err="1">
                <a:solidFill>
                  <a:schemeClr val="bg1"/>
                </a:solidFill>
                <a:hlinkClick r:id="rId3"/>
              </a:rPr>
              <a:t>maastrichtuniversity</a:t>
            </a:r>
            <a:r>
              <a:rPr lang="en-GB" sz="2000">
                <a:solidFill>
                  <a:schemeClr val="bg1"/>
                </a:solidFill>
                <a:hlinkClick r:id="rId3"/>
              </a:rPr>
              <a:t>.nl</a:t>
            </a:r>
            <a:r>
              <a:rPr lang="en-GB" sz="2000">
                <a:solidFill>
                  <a:schemeClr val="bg1"/>
                </a:solidFill>
              </a:rPr>
              <a:t> </a:t>
            </a:r>
          </a:p>
        </p:txBody>
      </p:sp>
      <p:sp>
        <p:nvSpPr>
          <p:cNvPr id="20" name="Graphic 212">
            <a:extLst>
              <a:ext uri="{FF2B5EF4-FFF2-40B4-BE49-F238E27FC236}">
                <a16:creationId xmlns:a16="http://schemas.microsoft.com/office/drawing/2014/main" id="{279CAF82-0ECF-42BE-8F37-F71941E5D4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4716" y="188494"/>
            <a:ext cx="1048371" cy="1048371"/>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2" name="Graphic 212">
            <a:extLst>
              <a:ext uri="{FF2B5EF4-FFF2-40B4-BE49-F238E27FC236}">
                <a16:creationId xmlns:a16="http://schemas.microsoft.com/office/drawing/2014/main" id="{218E095B-4870-4AD5-9C41-C16D59523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4716" y="188494"/>
            <a:ext cx="1048371" cy="1048371"/>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24" name="Graphic 185">
            <a:extLst>
              <a:ext uri="{FF2B5EF4-FFF2-40B4-BE49-F238E27FC236}">
                <a16:creationId xmlns:a16="http://schemas.microsoft.com/office/drawing/2014/main" id="{FB9739EB-7F66-433D-841F-AB3CD18700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583101" y="3578317"/>
            <a:ext cx="1054466" cy="469689"/>
            <a:chOff x="9841624" y="4115729"/>
            <a:chExt cx="602169" cy="268223"/>
          </a:xfrm>
          <a:solidFill>
            <a:schemeClr val="bg1"/>
          </a:solidFill>
        </p:grpSpPr>
        <p:sp>
          <p:nvSpPr>
            <p:cNvPr id="25" name="Freeform: Shape 24">
              <a:extLst>
                <a:ext uri="{FF2B5EF4-FFF2-40B4-BE49-F238E27FC236}">
                  <a16:creationId xmlns:a16="http://schemas.microsoft.com/office/drawing/2014/main" id="{104F2BBD-A005-4DCB-9566-F2351050B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8B00DEC7-198B-49D1-98FD-018F3ECFCF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F14DFC82-B3B3-468E-91B3-1302CFC68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3250EFE-214E-4B8E-AF96-036A514FFB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AD058EBE-D4A5-4C43-B170-6A451F87A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31" name="Oval 30">
            <a:extLst>
              <a:ext uri="{FF2B5EF4-FFF2-40B4-BE49-F238E27FC236}">
                <a16:creationId xmlns:a16="http://schemas.microsoft.com/office/drawing/2014/main" id="{033BC44A-0661-43B4-9C14-FD5963C226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4525" y="4910353"/>
            <a:ext cx="468090" cy="468090"/>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3" name="Oval 32">
            <a:extLst>
              <a:ext uri="{FF2B5EF4-FFF2-40B4-BE49-F238E27FC236}">
                <a16:creationId xmlns:a16="http://schemas.microsoft.com/office/drawing/2014/main" id="{BE8CB2F0-2F5A-4EBD-B214-E0309C31F5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4525" y="4910353"/>
            <a:ext cx="468090" cy="468090"/>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5" name="Freeform: Shape 34">
            <a:extLst>
              <a:ext uri="{FF2B5EF4-FFF2-40B4-BE49-F238E27FC236}">
                <a16:creationId xmlns:a16="http://schemas.microsoft.com/office/drawing/2014/main" id="{FFD3887D-244B-4EC4-9208-E304984C5D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22467" y="4200769"/>
            <a:ext cx="2769534" cy="2657232"/>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7" name="Freeform: Shape 36">
            <a:extLst>
              <a:ext uri="{FF2B5EF4-FFF2-40B4-BE49-F238E27FC236}">
                <a16:creationId xmlns:a16="http://schemas.microsoft.com/office/drawing/2014/main" id="{97224C31-855E-4593-8A58-5B2B0CC4F5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22467" y="4200769"/>
            <a:ext cx="2769534" cy="2657232"/>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2">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9059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6A5D600-880D-6A81-F40D-71182B9D3438}"/>
              </a:ext>
            </a:extLst>
          </p:cNvPr>
          <p:cNvSpPr>
            <a:spLocks noGrp="1"/>
          </p:cNvSpPr>
          <p:nvPr>
            <p:ph type="title"/>
          </p:nvPr>
        </p:nvSpPr>
        <p:spPr>
          <a:xfrm>
            <a:off x="838200" y="1195697"/>
            <a:ext cx="3200400" cy="4238118"/>
          </a:xfrm>
        </p:spPr>
        <p:txBody>
          <a:bodyPr>
            <a:normAutofit/>
          </a:bodyPr>
          <a:lstStyle/>
          <a:p>
            <a:r>
              <a:rPr lang="en-GB">
                <a:solidFill>
                  <a:schemeClr val="bg1"/>
                </a:solidFill>
              </a:rPr>
              <a:t>Educational Context</a:t>
            </a: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910252"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09667" y="5539935"/>
            <a:ext cx="975169"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Content Placeholder 2">
            <a:extLst>
              <a:ext uri="{FF2B5EF4-FFF2-40B4-BE49-F238E27FC236}">
                <a16:creationId xmlns:a16="http://schemas.microsoft.com/office/drawing/2014/main" id="{0E01AB0C-635A-1806-B126-4524526FB7C0}"/>
              </a:ext>
            </a:extLst>
          </p:cNvPr>
          <p:cNvGraphicFramePr>
            <a:graphicFrameLocks noGrp="1"/>
          </p:cNvGraphicFramePr>
          <p:nvPr>
            <p:ph idx="1"/>
            <p:extLst>
              <p:ext uri="{D42A27DB-BD31-4B8C-83A1-F6EECF244321}">
                <p14:modId xmlns:p14="http://schemas.microsoft.com/office/powerpoint/2010/main" val="1423290379"/>
              </p:ext>
            </p:extLst>
          </p:nvPr>
        </p:nvGraphicFramePr>
        <p:xfrm>
          <a:off x="5484139" y="477540"/>
          <a:ext cx="6301601" cy="5878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174892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59C855-77AC-64F3-B740-8049DE3970B3}"/>
              </a:ext>
            </a:extLst>
          </p:cNvPr>
          <p:cNvSpPr>
            <a:spLocks noGrp="1"/>
          </p:cNvSpPr>
          <p:nvPr>
            <p:ph type="title"/>
          </p:nvPr>
        </p:nvSpPr>
        <p:spPr>
          <a:xfrm>
            <a:off x="761803" y="350196"/>
            <a:ext cx="4646904" cy="1624520"/>
          </a:xfrm>
        </p:spPr>
        <p:txBody>
          <a:bodyPr anchor="ctr">
            <a:normAutofit/>
          </a:bodyPr>
          <a:lstStyle/>
          <a:p>
            <a:r>
              <a:rPr lang="en-GB" sz="3400" dirty="0"/>
              <a:t>What are Journal's Data Accessibility Policies? Why do they matter? </a:t>
            </a:r>
          </a:p>
        </p:txBody>
      </p:sp>
      <p:sp>
        <p:nvSpPr>
          <p:cNvPr id="3" name="Content Placeholder 2">
            <a:extLst>
              <a:ext uri="{FF2B5EF4-FFF2-40B4-BE49-F238E27FC236}">
                <a16:creationId xmlns:a16="http://schemas.microsoft.com/office/drawing/2014/main" id="{77EA63DF-0C29-F1B5-5F2B-A0B9D606C266}"/>
              </a:ext>
            </a:extLst>
          </p:cNvPr>
          <p:cNvSpPr>
            <a:spLocks noGrp="1"/>
          </p:cNvSpPr>
          <p:nvPr>
            <p:ph idx="1"/>
          </p:nvPr>
        </p:nvSpPr>
        <p:spPr>
          <a:xfrm>
            <a:off x="761802" y="2743200"/>
            <a:ext cx="4646905" cy="3613149"/>
          </a:xfrm>
        </p:spPr>
        <p:txBody>
          <a:bodyPr vert="horz" lIns="91440" tIns="45720" rIns="91440" bIns="45720" rtlCol="0" anchor="ctr">
            <a:normAutofit/>
          </a:bodyPr>
          <a:lstStyle/>
          <a:p>
            <a:pPr marL="0" indent="0">
              <a:buNone/>
            </a:pPr>
            <a:r>
              <a:rPr lang="en-GB" sz="2000"/>
              <a:t>Journal have designed a number of policies that researcher's most comply with to publish their research results regarding the data linked to their outcomes. </a:t>
            </a:r>
            <a:endParaRPr lang="en-US" sz="2000"/>
          </a:p>
          <a:p>
            <a:pPr marL="0" indent="0">
              <a:buNone/>
            </a:pPr>
            <a:endParaRPr lang="en-GB" sz="2000"/>
          </a:p>
          <a:p>
            <a:pPr marL="0" indent="0">
              <a:buNone/>
            </a:pPr>
            <a:r>
              <a:rPr lang="en-GB" sz="2000"/>
              <a:t>Your article will not be published unless the reviewers judge your accessibility efforts consistent with their policies </a:t>
            </a:r>
          </a:p>
          <a:p>
            <a:endParaRPr lang="en-GB" sz="2000"/>
          </a:p>
          <a:p>
            <a:endParaRPr lang="en-GB" sz="2000"/>
          </a:p>
        </p:txBody>
      </p:sp>
      <p:pic>
        <p:nvPicPr>
          <p:cNvPr id="5" name="Picture 4" descr="Pen placed on top of a signature line">
            <a:extLst>
              <a:ext uri="{FF2B5EF4-FFF2-40B4-BE49-F238E27FC236}">
                <a16:creationId xmlns:a16="http://schemas.microsoft.com/office/drawing/2014/main" id="{AC6C606E-82F7-4E27-16A1-7690AFA5C2DF}"/>
              </a:ext>
            </a:extLst>
          </p:cNvPr>
          <p:cNvPicPr>
            <a:picLocks noChangeAspect="1"/>
          </p:cNvPicPr>
          <p:nvPr/>
        </p:nvPicPr>
        <p:blipFill>
          <a:blip r:embed="rId2"/>
          <a:srcRect l="40690" r="-3" b="-3"/>
          <a:stretch>
            <a:fillRect/>
          </a:stretch>
        </p:blipFill>
        <p:spPr>
          <a:xfrm>
            <a:off x="6096000" y="1"/>
            <a:ext cx="6102825" cy="6858000"/>
          </a:xfrm>
          <a:prstGeom prst="rect">
            <a:avLst/>
          </a:prstGeom>
        </p:spPr>
      </p:pic>
    </p:spTree>
    <p:extLst>
      <p:ext uri="{BB962C8B-B14F-4D97-AF65-F5344CB8AC3E}">
        <p14:creationId xmlns:p14="http://schemas.microsoft.com/office/powerpoint/2010/main" val="2187661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567E08D-8046-F5AF-F1A8-A338C18C6C70}"/>
              </a:ext>
            </a:extLst>
          </p:cNvPr>
          <p:cNvSpPr>
            <a:spLocks noGrp="1"/>
          </p:cNvSpPr>
          <p:nvPr>
            <p:ph type="title"/>
          </p:nvPr>
        </p:nvSpPr>
        <p:spPr>
          <a:xfrm>
            <a:off x="1371597" y="348865"/>
            <a:ext cx="10044023" cy="877729"/>
          </a:xfrm>
        </p:spPr>
        <p:txBody>
          <a:bodyPr anchor="ctr">
            <a:normAutofit/>
          </a:bodyPr>
          <a:lstStyle/>
          <a:p>
            <a:r>
              <a:rPr lang="en-GB" sz="3100">
                <a:solidFill>
                  <a:srgbClr val="FFFFFF"/>
                </a:solidFill>
              </a:rPr>
              <a:t>How to comply with Journal's Data Accessibility Policies?</a:t>
            </a:r>
          </a:p>
        </p:txBody>
      </p:sp>
      <p:graphicFrame>
        <p:nvGraphicFramePr>
          <p:cNvPr id="14" name="Content Placeholder 2">
            <a:extLst>
              <a:ext uri="{FF2B5EF4-FFF2-40B4-BE49-F238E27FC236}">
                <a16:creationId xmlns:a16="http://schemas.microsoft.com/office/drawing/2014/main" id="{A6D841B7-887A-C9BC-D9AC-D99AF09A8C9B}"/>
              </a:ext>
            </a:extLst>
          </p:cNvPr>
          <p:cNvGraphicFramePr>
            <a:graphicFrameLocks noGrp="1"/>
          </p:cNvGraphicFramePr>
          <p:nvPr>
            <p:ph idx="1"/>
            <p:extLst>
              <p:ext uri="{D42A27DB-BD31-4B8C-83A1-F6EECF244321}">
                <p14:modId xmlns:p14="http://schemas.microsoft.com/office/powerpoint/2010/main" val="172068571"/>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704005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DF176A-B03E-EAD3-0D24-E7D535AF2F0D}"/>
              </a:ext>
            </a:extLst>
          </p:cNvPr>
          <p:cNvSpPr>
            <a:spLocks noGrp="1"/>
          </p:cNvSpPr>
          <p:nvPr>
            <p:ph type="title"/>
          </p:nvPr>
        </p:nvSpPr>
        <p:spPr>
          <a:xfrm>
            <a:off x="1371597" y="348865"/>
            <a:ext cx="10044023" cy="877729"/>
          </a:xfrm>
        </p:spPr>
        <p:txBody>
          <a:bodyPr anchor="ctr">
            <a:normAutofit/>
          </a:bodyPr>
          <a:lstStyle/>
          <a:p>
            <a:r>
              <a:rPr lang="en-GB" sz="4000">
                <a:solidFill>
                  <a:srgbClr val="FFFFFF"/>
                </a:solidFill>
              </a:rPr>
              <a:t>Next Steps:</a:t>
            </a:r>
          </a:p>
        </p:txBody>
      </p:sp>
      <p:graphicFrame>
        <p:nvGraphicFramePr>
          <p:cNvPr id="5" name="Content Placeholder 2">
            <a:extLst>
              <a:ext uri="{FF2B5EF4-FFF2-40B4-BE49-F238E27FC236}">
                <a16:creationId xmlns:a16="http://schemas.microsoft.com/office/drawing/2014/main" id="{668C1C03-2EF4-1DFE-1EB2-BE8459DD9AE1}"/>
              </a:ext>
            </a:extLst>
          </p:cNvPr>
          <p:cNvGraphicFramePr>
            <a:graphicFrameLocks noGrp="1"/>
          </p:cNvGraphicFramePr>
          <p:nvPr>
            <p:ph idx="1"/>
            <p:extLst>
              <p:ext uri="{D42A27DB-BD31-4B8C-83A1-F6EECF244321}">
                <p14:modId xmlns:p14="http://schemas.microsoft.com/office/powerpoint/2010/main" val="2396967761"/>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051753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281</Words>
  <Application>Microsoft Office PowerPoint</Application>
  <PresentationFormat>Widescreen</PresentationFormat>
  <Paragraphs>27</Paragraphs>
  <Slides>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Aptos Display</vt:lpstr>
      <vt:lpstr>Arial</vt:lpstr>
      <vt:lpstr>Calibri</vt:lpstr>
      <vt:lpstr>office theme</vt:lpstr>
      <vt:lpstr>Researchers would manage to recognize the basic standards of Journals to Data Sharing Policies </vt:lpstr>
      <vt:lpstr>Educational Context</vt:lpstr>
      <vt:lpstr>What are Journal's Data Accessibility Policies? Why do they matter? </vt:lpstr>
      <vt:lpstr>How to comply with Journal's Data Accessibility Policies?</vt:lpstr>
      <vt:lpstr>Next Steps: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Vivas Romero, Maria (DATAHUB)</dc:creator>
  <cp:lastModifiedBy>Vivas Romero, Maria (DATAHUB)</cp:lastModifiedBy>
  <cp:revision>94</cp:revision>
  <dcterms:created xsi:type="dcterms:W3CDTF">2025-10-21T14:42:30Z</dcterms:created>
  <dcterms:modified xsi:type="dcterms:W3CDTF">2025-10-21T14:56:35Z</dcterms:modified>
</cp:coreProperties>
</file>